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2" r:id="rId1"/>
  </p:sldMasterIdLst>
  <p:sldIdLst>
    <p:sldId id="256" r:id="rId2"/>
    <p:sldId id="257" r:id="rId3"/>
    <p:sldId id="258" r:id="rId4"/>
  </p:sldIdLst>
  <p:sldSz cx="17610138" cy="9906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73" d="100"/>
          <a:sy n="73" d="100"/>
        </p:scale>
        <p:origin x="672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slide" Target="slides/slide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201267" y="1621191"/>
            <a:ext cx="13207604" cy="3448756"/>
          </a:xfrm>
        </p:spPr>
        <p:txBody>
          <a:bodyPr anchor="b"/>
          <a:lstStyle>
            <a:lvl1pPr algn="ctr">
              <a:defRPr sz="8666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201267" y="5202944"/>
            <a:ext cx="13207604" cy="2391656"/>
          </a:xfrm>
        </p:spPr>
        <p:txBody>
          <a:bodyPr/>
          <a:lstStyle>
            <a:lvl1pPr marL="0" indent="0" algn="ctr">
              <a:buNone/>
              <a:defRPr sz="3467"/>
            </a:lvl1pPr>
            <a:lvl2pPr marL="660380" indent="0" algn="ctr">
              <a:buNone/>
              <a:defRPr sz="2889"/>
            </a:lvl2pPr>
            <a:lvl3pPr marL="1320759" indent="0" algn="ctr">
              <a:buNone/>
              <a:defRPr sz="2600"/>
            </a:lvl3pPr>
            <a:lvl4pPr marL="1981139" indent="0" algn="ctr">
              <a:buNone/>
              <a:defRPr sz="2311"/>
            </a:lvl4pPr>
            <a:lvl5pPr marL="2641519" indent="0" algn="ctr">
              <a:buNone/>
              <a:defRPr sz="2311"/>
            </a:lvl5pPr>
            <a:lvl6pPr marL="3301898" indent="0" algn="ctr">
              <a:buNone/>
              <a:defRPr sz="2311"/>
            </a:lvl6pPr>
            <a:lvl7pPr marL="3962278" indent="0" algn="ctr">
              <a:buNone/>
              <a:defRPr sz="2311"/>
            </a:lvl7pPr>
            <a:lvl8pPr marL="4622658" indent="0" algn="ctr">
              <a:buNone/>
              <a:defRPr sz="2311"/>
            </a:lvl8pPr>
            <a:lvl9pPr marL="5283037" indent="0" algn="ctr">
              <a:buNone/>
              <a:defRPr sz="2311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80F692-E663-4C84-B7CD-B632F221217F}" type="datetimeFigureOut">
              <a:rPr lang="en-US" smtClean="0"/>
              <a:t>6/20/2022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939DFD-F6CC-4F7F-AF8D-44806B9F1FF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3393567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80F692-E663-4C84-B7CD-B632F221217F}" type="datetimeFigureOut">
              <a:rPr lang="en-US" smtClean="0"/>
              <a:t>6/20/2022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939DFD-F6CC-4F7F-AF8D-44806B9F1FF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2185462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01525" y="2469622"/>
            <a:ext cx="15188744" cy="4120620"/>
          </a:xfrm>
        </p:spPr>
        <p:txBody>
          <a:bodyPr anchor="b"/>
          <a:lstStyle>
            <a:lvl1pPr>
              <a:defRPr sz="8666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01525" y="6629225"/>
            <a:ext cx="15188744" cy="2166937"/>
          </a:xfrm>
        </p:spPr>
        <p:txBody>
          <a:bodyPr/>
          <a:lstStyle>
            <a:lvl1pPr marL="0" indent="0">
              <a:buNone/>
              <a:defRPr sz="3467">
                <a:solidFill>
                  <a:schemeClr val="tx1">
                    <a:tint val="75000"/>
                  </a:schemeClr>
                </a:solidFill>
              </a:defRPr>
            </a:lvl1pPr>
            <a:lvl2pPr marL="660380" indent="0">
              <a:buNone/>
              <a:defRPr sz="2889">
                <a:solidFill>
                  <a:schemeClr val="tx1">
                    <a:tint val="75000"/>
                  </a:schemeClr>
                </a:solidFill>
              </a:defRPr>
            </a:lvl2pPr>
            <a:lvl3pPr marL="1320759" indent="0">
              <a:buNone/>
              <a:defRPr sz="2600">
                <a:solidFill>
                  <a:schemeClr val="tx1">
                    <a:tint val="75000"/>
                  </a:schemeClr>
                </a:solidFill>
              </a:defRPr>
            </a:lvl3pPr>
            <a:lvl4pPr marL="1981139" indent="0">
              <a:buNone/>
              <a:defRPr sz="2311">
                <a:solidFill>
                  <a:schemeClr val="tx1">
                    <a:tint val="75000"/>
                  </a:schemeClr>
                </a:solidFill>
              </a:defRPr>
            </a:lvl4pPr>
            <a:lvl5pPr marL="2641519" indent="0">
              <a:buNone/>
              <a:defRPr sz="2311">
                <a:solidFill>
                  <a:schemeClr val="tx1">
                    <a:tint val="75000"/>
                  </a:schemeClr>
                </a:solidFill>
              </a:defRPr>
            </a:lvl5pPr>
            <a:lvl6pPr marL="3301898" indent="0">
              <a:buNone/>
              <a:defRPr sz="2311">
                <a:solidFill>
                  <a:schemeClr val="tx1">
                    <a:tint val="75000"/>
                  </a:schemeClr>
                </a:solidFill>
              </a:defRPr>
            </a:lvl6pPr>
            <a:lvl7pPr marL="3962278" indent="0">
              <a:buNone/>
              <a:defRPr sz="2311">
                <a:solidFill>
                  <a:schemeClr val="tx1">
                    <a:tint val="75000"/>
                  </a:schemeClr>
                </a:solidFill>
              </a:defRPr>
            </a:lvl7pPr>
            <a:lvl8pPr marL="4622658" indent="0">
              <a:buNone/>
              <a:defRPr sz="2311">
                <a:solidFill>
                  <a:schemeClr val="tx1">
                    <a:tint val="75000"/>
                  </a:schemeClr>
                </a:solidFill>
              </a:defRPr>
            </a:lvl8pPr>
            <a:lvl9pPr marL="5283037" indent="0">
              <a:buNone/>
              <a:defRPr sz="2311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80F692-E663-4C84-B7CD-B632F221217F}" type="datetimeFigureOut">
              <a:rPr lang="en-US" smtClean="0"/>
              <a:t>6/20/2022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939DFD-F6CC-4F7F-AF8D-44806B9F1FF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840962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210697" y="2637014"/>
            <a:ext cx="7484309" cy="6285266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915132" y="2637014"/>
            <a:ext cx="7484309" cy="6285266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80F692-E663-4C84-B7CD-B632F221217F}" type="datetimeFigureOut">
              <a:rPr lang="en-US" smtClean="0"/>
              <a:t>6/20/2022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939DFD-F6CC-4F7F-AF8D-44806B9F1FF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6280280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12991" y="527404"/>
            <a:ext cx="15188744" cy="1914702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12991" y="2428347"/>
            <a:ext cx="7449913" cy="1190095"/>
          </a:xfrm>
        </p:spPr>
        <p:txBody>
          <a:bodyPr anchor="b"/>
          <a:lstStyle>
            <a:lvl1pPr marL="0" indent="0">
              <a:buNone/>
              <a:defRPr sz="3467" b="1"/>
            </a:lvl1pPr>
            <a:lvl2pPr marL="660380" indent="0">
              <a:buNone/>
              <a:defRPr sz="2889" b="1"/>
            </a:lvl2pPr>
            <a:lvl3pPr marL="1320759" indent="0">
              <a:buNone/>
              <a:defRPr sz="2600" b="1"/>
            </a:lvl3pPr>
            <a:lvl4pPr marL="1981139" indent="0">
              <a:buNone/>
              <a:defRPr sz="2311" b="1"/>
            </a:lvl4pPr>
            <a:lvl5pPr marL="2641519" indent="0">
              <a:buNone/>
              <a:defRPr sz="2311" b="1"/>
            </a:lvl5pPr>
            <a:lvl6pPr marL="3301898" indent="0">
              <a:buNone/>
              <a:defRPr sz="2311" b="1"/>
            </a:lvl6pPr>
            <a:lvl7pPr marL="3962278" indent="0">
              <a:buNone/>
              <a:defRPr sz="2311" b="1"/>
            </a:lvl7pPr>
            <a:lvl8pPr marL="4622658" indent="0">
              <a:buNone/>
              <a:defRPr sz="2311" b="1"/>
            </a:lvl8pPr>
            <a:lvl9pPr marL="5283037" indent="0">
              <a:buNone/>
              <a:defRPr sz="2311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212991" y="3618442"/>
            <a:ext cx="7449913" cy="5322183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8915133" y="2428347"/>
            <a:ext cx="7486602" cy="1190095"/>
          </a:xfrm>
        </p:spPr>
        <p:txBody>
          <a:bodyPr anchor="b"/>
          <a:lstStyle>
            <a:lvl1pPr marL="0" indent="0">
              <a:buNone/>
              <a:defRPr sz="3467" b="1"/>
            </a:lvl1pPr>
            <a:lvl2pPr marL="660380" indent="0">
              <a:buNone/>
              <a:defRPr sz="2889" b="1"/>
            </a:lvl2pPr>
            <a:lvl3pPr marL="1320759" indent="0">
              <a:buNone/>
              <a:defRPr sz="2600" b="1"/>
            </a:lvl3pPr>
            <a:lvl4pPr marL="1981139" indent="0">
              <a:buNone/>
              <a:defRPr sz="2311" b="1"/>
            </a:lvl4pPr>
            <a:lvl5pPr marL="2641519" indent="0">
              <a:buNone/>
              <a:defRPr sz="2311" b="1"/>
            </a:lvl5pPr>
            <a:lvl6pPr marL="3301898" indent="0">
              <a:buNone/>
              <a:defRPr sz="2311" b="1"/>
            </a:lvl6pPr>
            <a:lvl7pPr marL="3962278" indent="0">
              <a:buNone/>
              <a:defRPr sz="2311" b="1"/>
            </a:lvl7pPr>
            <a:lvl8pPr marL="4622658" indent="0">
              <a:buNone/>
              <a:defRPr sz="2311" b="1"/>
            </a:lvl8pPr>
            <a:lvl9pPr marL="5283037" indent="0">
              <a:buNone/>
              <a:defRPr sz="2311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8915133" y="3618442"/>
            <a:ext cx="7486602" cy="5322183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80F692-E663-4C84-B7CD-B632F221217F}" type="datetimeFigureOut">
              <a:rPr lang="en-US" smtClean="0"/>
              <a:t>6/20/2022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939DFD-F6CC-4F7F-AF8D-44806B9F1FF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2986298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80F692-E663-4C84-B7CD-B632F221217F}" type="datetimeFigureOut">
              <a:rPr lang="en-US" smtClean="0"/>
              <a:t>6/20/2022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939DFD-F6CC-4F7F-AF8D-44806B9F1FF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26599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80F692-E663-4C84-B7CD-B632F221217F}" type="datetimeFigureOut">
              <a:rPr lang="en-US" smtClean="0"/>
              <a:t>6/20/2022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939DFD-F6CC-4F7F-AF8D-44806B9F1FF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066504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12992" y="660400"/>
            <a:ext cx="5679727" cy="2311400"/>
          </a:xfrm>
        </p:spPr>
        <p:txBody>
          <a:bodyPr anchor="b"/>
          <a:lstStyle>
            <a:lvl1pPr>
              <a:defRPr sz="4622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486603" y="1426281"/>
            <a:ext cx="8915132" cy="7039681"/>
          </a:xfrm>
        </p:spPr>
        <p:txBody>
          <a:bodyPr/>
          <a:lstStyle>
            <a:lvl1pPr>
              <a:defRPr sz="4622"/>
            </a:lvl1pPr>
            <a:lvl2pPr>
              <a:defRPr sz="4044"/>
            </a:lvl2pPr>
            <a:lvl3pPr>
              <a:defRPr sz="3467"/>
            </a:lvl3pPr>
            <a:lvl4pPr>
              <a:defRPr sz="2889"/>
            </a:lvl4pPr>
            <a:lvl5pPr>
              <a:defRPr sz="2889"/>
            </a:lvl5pPr>
            <a:lvl6pPr>
              <a:defRPr sz="2889"/>
            </a:lvl6pPr>
            <a:lvl7pPr>
              <a:defRPr sz="2889"/>
            </a:lvl7pPr>
            <a:lvl8pPr>
              <a:defRPr sz="2889"/>
            </a:lvl8pPr>
            <a:lvl9pPr>
              <a:defRPr sz="2889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212992" y="2971800"/>
            <a:ext cx="5679727" cy="5505627"/>
          </a:xfrm>
        </p:spPr>
        <p:txBody>
          <a:bodyPr/>
          <a:lstStyle>
            <a:lvl1pPr marL="0" indent="0">
              <a:buNone/>
              <a:defRPr sz="2311"/>
            </a:lvl1pPr>
            <a:lvl2pPr marL="660380" indent="0">
              <a:buNone/>
              <a:defRPr sz="2022"/>
            </a:lvl2pPr>
            <a:lvl3pPr marL="1320759" indent="0">
              <a:buNone/>
              <a:defRPr sz="1733"/>
            </a:lvl3pPr>
            <a:lvl4pPr marL="1981139" indent="0">
              <a:buNone/>
              <a:defRPr sz="1444"/>
            </a:lvl4pPr>
            <a:lvl5pPr marL="2641519" indent="0">
              <a:buNone/>
              <a:defRPr sz="1444"/>
            </a:lvl5pPr>
            <a:lvl6pPr marL="3301898" indent="0">
              <a:buNone/>
              <a:defRPr sz="1444"/>
            </a:lvl6pPr>
            <a:lvl7pPr marL="3962278" indent="0">
              <a:buNone/>
              <a:defRPr sz="1444"/>
            </a:lvl7pPr>
            <a:lvl8pPr marL="4622658" indent="0">
              <a:buNone/>
              <a:defRPr sz="1444"/>
            </a:lvl8pPr>
            <a:lvl9pPr marL="5283037" indent="0">
              <a:buNone/>
              <a:defRPr sz="1444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80F692-E663-4C84-B7CD-B632F221217F}" type="datetimeFigureOut">
              <a:rPr lang="en-US" smtClean="0"/>
              <a:t>6/20/2022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939DFD-F6CC-4F7F-AF8D-44806B9F1FF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4358268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12992" y="660400"/>
            <a:ext cx="5679727" cy="2311400"/>
          </a:xfrm>
        </p:spPr>
        <p:txBody>
          <a:bodyPr anchor="b"/>
          <a:lstStyle>
            <a:lvl1pPr>
              <a:defRPr sz="4622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486603" y="1426281"/>
            <a:ext cx="8915132" cy="7039681"/>
          </a:xfrm>
        </p:spPr>
        <p:txBody>
          <a:bodyPr anchor="t"/>
          <a:lstStyle>
            <a:lvl1pPr marL="0" indent="0">
              <a:buNone/>
              <a:defRPr sz="4622"/>
            </a:lvl1pPr>
            <a:lvl2pPr marL="660380" indent="0">
              <a:buNone/>
              <a:defRPr sz="4044"/>
            </a:lvl2pPr>
            <a:lvl3pPr marL="1320759" indent="0">
              <a:buNone/>
              <a:defRPr sz="3467"/>
            </a:lvl3pPr>
            <a:lvl4pPr marL="1981139" indent="0">
              <a:buNone/>
              <a:defRPr sz="2889"/>
            </a:lvl4pPr>
            <a:lvl5pPr marL="2641519" indent="0">
              <a:buNone/>
              <a:defRPr sz="2889"/>
            </a:lvl5pPr>
            <a:lvl6pPr marL="3301898" indent="0">
              <a:buNone/>
              <a:defRPr sz="2889"/>
            </a:lvl6pPr>
            <a:lvl7pPr marL="3962278" indent="0">
              <a:buNone/>
              <a:defRPr sz="2889"/>
            </a:lvl7pPr>
            <a:lvl8pPr marL="4622658" indent="0">
              <a:buNone/>
              <a:defRPr sz="2889"/>
            </a:lvl8pPr>
            <a:lvl9pPr marL="5283037" indent="0">
              <a:buNone/>
              <a:defRPr sz="2889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212992" y="2971800"/>
            <a:ext cx="5679727" cy="5505627"/>
          </a:xfrm>
        </p:spPr>
        <p:txBody>
          <a:bodyPr/>
          <a:lstStyle>
            <a:lvl1pPr marL="0" indent="0">
              <a:buNone/>
              <a:defRPr sz="2311"/>
            </a:lvl1pPr>
            <a:lvl2pPr marL="660380" indent="0">
              <a:buNone/>
              <a:defRPr sz="2022"/>
            </a:lvl2pPr>
            <a:lvl3pPr marL="1320759" indent="0">
              <a:buNone/>
              <a:defRPr sz="1733"/>
            </a:lvl3pPr>
            <a:lvl4pPr marL="1981139" indent="0">
              <a:buNone/>
              <a:defRPr sz="1444"/>
            </a:lvl4pPr>
            <a:lvl5pPr marL="2641519" indent="0">
              <a:buNone/>
              <a:defRPr sz="1444"/>
            </a:lvl5pPr>
            <a:lvl6pPr marL="3301898" indent="0">
              <a:buNone/>
              <a:defRPr sz="1444"/>
            </a:lvl6pPr>
            <a:lvl7pPr marL="3962278" indent="0">
              <a:buNone/>
              <a:defRPr sz="1444"/>
            </a:lvl7pPr>
            <a:lvl8pPr marL="4622658" indent="0">
              <a:buNone/>
              <a:defRPr sz="1444"/>
            </a:lvl8pPr>
            <a:lvl9pPr marL="5283037" indent="0">
              <a:buNone/>
              <a:defRPr sz="1444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80F692-E663-4C84-B7CD-B632F221217F}" type="datetimeFigureOut">
              <a:rPr lang="en-US" smtClean="0"/>
              <a:t>6/20/2022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939DFD-F6CC-4F7F-AF8D-44806B9F1FF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4790614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80F692-E663-4C84-B7CD-B632F221217F}" type="datetimeFigureOut">
              <a:rPr lang="en-US" smtClean="0"/>
              <a:t>6/20/2022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939DFD-F6CC-4F7F-AF8D-44806B9F1FF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2190659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12602255" y="527403"/>
            <a:ext cx="3797186" cy="8394877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210697" y="527403"/>
            <a:ext cx="11171431" cy="8394877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80F692-E663-4C84-B7CD-B632F221217F}" type="datetimeFigureOut">
              <a:rPr lang="en-US" smtClean="0"/>
              <a:t>6/20/2022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939DFD-F6CC-4F7F-AF8D-44806B9F1FF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956680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210697" y="527404"/>
            <a:ext cx="15188744" cy="191470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10697" y="2637014"/>
            <a:ext cx="15188744" cy="628526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210697" y="9181395"/>
            <a:ext cx="3962281" cy="52740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733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880F692-E663-4C84-B7CD-B632F221217F}" type="datetimeFigureOut">
              <a:rPr lang="en-US" smtClean="0"/>
              <a:t>6/20/2022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5833358" y="9181395"/>
            <a:ext cx="5943422" cy="52740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733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2437160" y="9181395"/>
            <a:ext cx="3962281" cy="52740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733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9939DFD-F6CC-4F7F-AF8D-44806B9F1FF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9292927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txStyles>
    <p:titleStyle>
      <a:lvl1pPr algn="l" defTabSz="1320759" rtl="0" eaLnBrk="1" latinLnBrk="0" hangingPunct="1">
        <a:lnSpc>
          <a:spcPct val="90000"/>
        </a:lnSpc>
        <a:spcBef>
          <a:spcPct val="0"/>
        </a:spcBef>
        <a:buNone/>
        <a:defRPr sz="6355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30190" indent="-330190" algn="l" defTabSz="1320759" rtl="0" eaLnBrk="1" latinLnBrk="0" hangingPunct="1">
        <a:lnSpc>
          <a:spcPct val="90000"/>
        </a:lnSpc>
        <a:spcBef>
          <a:spcPts val="1444"/>
        </a:spcBef>
        <a:buFont typeface="Arial" panose="020B0604020202020204" pitchFamily="34" charset="0"/>
        <a:buChar char="•"/>
        <a:defRPr sz="4044" kern="1200">
          <a:solidFill>
            <a:schemeClr val="tx1"/>
          </a:solidFill>
          <a:latin typeface="+mn-lt"/>
          <a:ea typeface="+mn-ea"/>
          <a:cs typeface="+mn-cs"/>
        </a:defRPr>
      </a:lvl1pPr>
      <a:lvl2pPr marL="990570" indent="-330190" algn="l" defTabSz="1320759" rtl="0" eaLnBrk="1" latinLnBrk="0" hangingPunct="1">
        <a:lnSpc>
          <a:spcPct val="90000"/>
        </a:lnSpc>
        <a:spcBef>
          <a:spcPts val="722"/>
        </a:spcBef>
        <a:buFont typeface="Arial" panose="020B0604020202020204" pitchFamily="34" charset="0"/>
        <a:buChar char="•"/>
        <a:defRPr sz="3467" kern="1200">
          <a:solidFill>
            <a:schemeClr val="tx1"/>
          </a:solidFill>
          <a:latin typeface="+mn-lt"/>
          <a:ea typeface="+mn-ea"/>
          <a:cs typeface="+mn-cs"/>
        </a:defRPr>
      </a:lvl2pPr>
      <a:lvl3pPr marL="1650949" indent="-330190" algn="l" defTabSz="1320759" rtl="0" eaLnBrk="1" latinLnBrk="0" hangingPunct="1">
        <a:lnSpc>
          <a:spcPct val="90000"/>
        </a:lnSpc>
        <a:spcBef>
          <a:spcPts val="722"/>
        </a:spcBef>
        <a:buFont typeface="Arial" panose="020B0604020202020204" pitchFamily="34" charset="0"/>
        <a:buChar char="•"/>
        <a:defRPr sz="2889" kern="1200">
          <a:solidFill>
            <a:schemeClr val="tx1"/>
          </a:solidFill>
          <a:latin typeface="+mn-lt"/>
          <a:ea typeface="+mn-ea"/>
          <a:cs typeface="+mn-cs"/>
        </a:defRPr>
      </a:lvl3pPr>
      <a:lvl4pPr marL="2311329" indent="-330190" algn="l" defTabSz="1320759" rtl="0" eaLnBrk="1" latinLnBrk="0" hangingPunct="1">
        <a:lnSpc>
          <a:spcPct val="90000"/>
        </a:lnSpc>
        <a:spcBef>
          <a:spcPts val="722"/>
        </a:spcBef>
        <a:buFont typeface="Arial" panose="020B0604020202020204" pitchFamily="34" charset="0"/>
        <a:buChar char="•"/>
        <a:defRPr sz="2600" kern="1200">
          <a:solidFill>
            <a:schemeClr val="tx1"/>
          </a:solidFill>
          <a:latin typeface="+mn-lt"/>
          <a:ea typeface="+mn-ea"/>
          <a:cs typeface="+mn-cs"/>
        </a:defRPr>
      </a:lvl4pPr>
      <a:lvl5pPr marL="2971709" indent="-330190" algn="l" defTabSz="1320759" rtl="0" eaLnBrk="1" latinLnBrk="0" hangingPunct="1">
        <a:lnSpc>
          <a:spcPct val="90000"/>
        </a:lnSpc>
        <a:spcBef>
          <a:spcPts val="722"/>
        </a:spcBef>
        <a:buFont typeface="Arial" panose="020B0604020202020204" pitchFamily="34" charset="0"/>
        <a:buChar char="•"/>
        <a:defRPr sz="2600" kern="1200">
          <a:solidFill>
            <a:schemeClr val="tx1"/>
          </a:solidFill>
          <a:latin typeface="+mn-lt"/>
          <a:ea typeface="+mn-ea"/>
          <a:cs typeface="+mn-cs"/>
        </a:defRPr>
      </a:lvl5pPr>
      <a:lvl6pPr marL="3632088" indent="-330190" algn="l" defTabSz="1320759" rtl="0" eaLnBrk="1" latinLnBrk="0" hangingPunct="1">
        <a:lnSpc>
          <a:spcPct val="90000"/>
        </a:lnSpc>
        <a:spcBef>
          <a:spcPts val="722"/>
        </a:spcBef>
        <a:buFont typeface="Arial" panose="020B0604020202020204" pitchFamily="34" charset="0"/>
        <a:buChar char="•"/>
        <a:defRPr sz="2600" kern="1200">
          <a:solidFill>
            <a:schemeClr val="tx1"/>
          </a:solidFill>
          <a:latin typeface="+mn-lt"/>
          <a:ea typeface="+mn-ea"/>
          <a:cs typeface="+mn-cs"/>
        </a:defRPr>
      </a:lvl6pPr>
      <a:lvl7pPr marL="4292468" indent="-330190" algn="l" defTabSz="1320759" rtl="0" eaLnBrk="1" latinLnBrk="0" hangingPunct="1">
        <a:lnSpc>
          <a:spcPct val="90000"/>
        </a:lnSpc>
        <a:spcBef>
          <a:spcPts val="722"/>
        </a:spcBef>
        <a:buFont typeface="Arial" panose="020B0604020202020204" pitchFamily="34" charset="0"/>
        <a:buChar char="•"/>
        <a:defRPr sz="2600" kern="1200">
          <a:solidFill>
            <a:schemeClr val="tx1"/>
          </a:solidFill>
          <a:latin typeface="+mn-lt"/>
          <a:ea typeface="+mn-ea"/>
          <a:cs typeface="+mn-cs"/>
        </a:defRPr>
      </a:lvl7pPr>
      <a:lvl8pPr marL="4952848" indent="-330190" algn="l" defTabSz="1320759" rtl="0" eaLnBrk="1" latinLnBrk="0" hangingPunct="1">
        <a:lnSpc>
          <a:spcPct val="90000"/>
        </a:lnSpc>
        <a:spcBef>
          <a:spcPts val="722"/>
        </a:spcBef>
        <a:buFont typeface="Arial" panose="020B0604020202020204" pitchFamily="34" charset="0"/>
        <a:buChar char="•"/>
        <a:defRPr sz="2600" kern="1200">
          <a:solidFill>
            <a:schemeClr val="tx1"/>
          </a:solidFill>
          <a:latin typeface="+mn-lt"/>
          <a:ea typeface="+mn-ea"/>
          <a:cs typeface="+mn-cs"/>
        </a:defRPr>
      </a:lvl8pPr>
      <a:lvl9pPr marL="5613227" indent="-330190" algn="l" defTabSz="1320759" rtl="0" eaLnBrk="1" latinLnBrk="0" hangingPunct="1">
        <a:lnSpc>
          <a:spcPct val="90000"/>
        </a:lnSpc>
        <a:spcBef>
          <a:spcPts val="722"/>
        </a:spcBef>
        <a:buFont typeface="Arial" panose="020B0604020202020204" pitchFamily="34" charset="0"/>
        <a:buChar char="•"/>
        <a:defRPr sz="26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320759" rtl="0" eaLnBrk="1" latinLnBrk="0" hangingPunct="1">
        <a:defRPr sz="2600" kern="1200">
          <a:solidFill>
            <a:schemeClr val="tx1"/>
          </a:solidFill>
          <a:latin typeface="+mn-lt"/>
          <a:ea typeface="+mn-ea"/>
          <a:cs typeface="+mn-cs"/>
        </a:defRPr>
      </a:lvl1pPr>
      <a:lvl2pPr marL="660380" algn="l" defTabSz="1320759" rtl="0" eaLnBrk="1" latinLnBrk="0" hangingPunct="1">
        <a:defRPr sz="2600" kern="1200">
          <a:solidFill>
            <a:schemeClr val="tx1"/>
          </a:solidFill>
          <a:latin typeface="+mn-lt"/>
          <a:ea typeface="+mn-ea"/>
          <a:cs typeface="+mn-cs"/>
        </a:defRPr>
      </a:lvl2pPr>
      <a:lvl3pPr marL="1320759" algn="l" defTabSz="1320759" rtl="0" eaLnBrk="1" latinLnBrk="0" hangingPunct="1">
        <a:defRPr sz="2600" kern="1200">
          <a:solidFill>
            <a:schemeClr val="tx1"/>
          </a:solidFill>
          <a:latin typeface="+mn-lt"/>
          <a:ea typeface="+mn-ea"/>
          <a:cs typeface="+mn-cs"/>
        </a:defRPr>
      </a:lvl3pPr>
      <a:lvl4pPr marL="1981139" algn="l" defTabSz="1320759" rtl="0" eaLnBrk="1" latinLnBrk="0" hangingPunct="1">
        <a:defRPr sz="2600" kern="1200">
          <a:solidFill>
            <a:schemeClr val="tx1"/>
          </a:solidFill>
          <a:latin typeface="+mn-lt"/>
          <a:ea typeface="+mn-ea"/>
          <a:cs typeface="+mn-cs"/>
        </a:defRPr>
      </a:lvl4pPr>
      <a:lvl5pPr marL="2641519" algn="l" defTabSz="1320759" rtl="0" eaLnBrk="1" latinLnBrk="0" hangingPunct="1">
        <a:defRPr sz="2600" kern="1200">
          <a:solidFill>
            <a:schemeClr val="tx1"/>
          </a:solidFill>
          <a:latin typeface="+mn-lt"/>
          <a:ea typeface="+mn-ea"/>
          <a:cs typeface="+mn-cs"/>
        </a:defRPr>
      </a:lvl5pPr>
      <a:lvl6pPr marL="3301898" algn="l" defTabSz="1320759" rtl="0" eaLnBrk="1" latinLnBrk="0" hangingPunct="1">
        <a:defRPr sz="2600" kern="1200">
          <a:solidFill>
            <a:schemeClr val="tx1"/>
          </a:solidFill>
          <a:latin typeface="+mn-lt"/>
          <a:ea typeface="+mn-ea"/>
          <a:cs typeface="+mn-cs"/>
        </a:defRPr>
      </a:lvl6pPr>
      <a:lvl7pPr marL="3962278" algn="l" defTabSz="1320759" rtl="0" eaLnBrk="1" latinLnBrk="0" hangingPunct="1">
        <a:defRPr sz="2600" kern="1200">
          <a:solidFill>
            <a:schemeClr val="tx1"/>
          </a:solidFill>
          <a:latin typeface="+mn-lt"/>
          <a:ea typeface="+mn-ea"/>
          <a:cs typeface="+mn-cs"/>
        </a:defRPr>
      </a:lvl7pPr>
      <a:lvl8pPr marL="4622658" algn="l" defTabSz="1320759" rtl="0" eaLnBrk="1" latinLnBrk="0" hangingPunct="1">
        <a:defRPr sz="2600" kern="1200">
          <a:solidFill>
            <a:schemeClr val="tx1"/>
          </a:solidFill>
          <a:latin typeface="+mn-lt"/>
          <a:ea typeface="+mn-ea"/>
          <a:cs typeface="+mn-cs"/>
        </a:defRPr>
      </a:lvl8pPr>
      <a:lvl9pPr marL="5283037" algn="l" defTabSz="1320759" rtl="0" eaLnBrk="1" latinLnBrk="0" hangingPunct="1">
        <a:defRPr sz="26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7" name="Gruppieren 16">
            <a:extLst>
              <a:ext uri="{FF2B5EF4-FFF2-40B4-BE49-F238E27FC236}">
                <a16:creationId xmlns:a16="http://schemas.microsoft.com/office/drawing/2014/main" id="{BD179AE1-5C05-432E-9334-AD3BA971F051}"/>
              </a:ext>
            </a:extLst>
          </p:cNvPr>
          <p:cNvGrpSpPr/>
          <p:nvPr/>
        </p:nvGrpSpPr>
        <p:grpSpPr>
          <a:xfrm>
            <a:off x="3285180" y="1028088"/>
            <a:ext cx="1364476" cy="558350"/>
            <a:chOff x="2510069" y="716145"/>
            <a:chExt cx="1364476" cy="558350"/>
          </a:xfrm>
        </p:grpSpPr>
        <p:sp>
          <p:nvSpPr>
            <p:cNvPr id="3" name="Rechteck: abgerundete Ecken 2">
              <a:extLst>
                <a:ext uri="{FF2B5EF4-FFF2-40B4-BE49-F238E27FC236}">
                  <a16:creationId xmlns:a16="http://schemas.microsoft.com/office/drawing/2014/main" id="{7893043E-1206-47AD-8763-C019D7507933}"/>
                </a:ext>
              </a:extLst>
            </p:cNvPr>
            <p:cNvSpPr/>
            <p:nvPr/>
          </p:nvSpPr>
          <p:spPr>
            <a:xfrm>
              <a:off x="2516622" y="716145"/>
              <a:ext cx="1351370" cy="558350"/>
            </a:xfrm>
            <a:prstGeom prst="roundRect">
              <a:avLst/>
            </a:prstGeom>
            <a:noFill/>
            <a:ln w="28575">
              <a:solidFill>
                <a:schemeClr val="accent3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latin typeface="Arial Narrow" panose="020B0606020202030204" pitchFamily="34" charset="0"/>
              </a:endParaRPr>
            </a:p>
          </p:txBody>
        </p:sp>
        <p:sp>
          <p:nvSpPr>
            <p:cNvPr id="4" name="Textfeld 3">
              <a:extLst>
                <a:ext uri="{FF2B5EF4-FFF2-40B4-BE49-F238E27FC236}">
                  <a16:creationId xmlns:a16="http://schemas.microsoft.com/office/drawing/2014/main" id="{9FD72775-818E-4ED7-B302-52C3EE26FF8A}"/>
                </a:ext>
              </a:extLst>
            </p:cNvPr>
            <p:cNvSpPr txBox="1"/>
            <p:nvPr/>
          </p:nvSpPr>
          <p:spPr>
            <a:xfrm>
              <a:off x="2510069" y="856820"/>
              <a:ext cx="1364476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de-DE" sz="1200" b="1" dirty="0" err="1">
                  <a:solidFill>
                    <a:schemeClr val="bg1">
                      <a:lumMod val="50000"/>
                    </a:schemeClr>
                  </a:solidFill>
                  <a:latin typeface="Arial Narrow" panose="020B0606020202030204" pitchFamily="34" charset="0"/>
                </a:rPr>
                <a:t>Get</a:t>
              </a:r>
              <a:r>
                <a:rPr lang="de-DE" sz="1200" b="1" dirty="0">
                  <a:solidFill>
                    <a:schemeClr val="bg1">
                      <a:lumMod val="50000"/>
                    </a:schemeClr>
                  </a:solidFill>
                  <a:latin typeface="Arial Narrow" panose="020B0606020202030204" pitchFamily="34" charset="0"/>
                </a:rPr>
                <a:t> Data </a:t>
              </a:r>
              <a:r>
                <a:rPr lang="de-DE" sz="1200" b="1" dirty="0" err="1">
                  <a:solidFill>
                    <a:schemeClr val="bg1">
                      <a:lumMod val="50000"/>
                    </a:schemeClr>
                  </a:solidFill>
                  <a:latin typeface="Arial Narrow" panose="020B0606020202030204" pitchFamily="34" charset="0"/>
                </a:rPr>
                <a:t>from</a:t>
              </a:r>
              <a:r>
                <a:rPr lang="de-DE" sz="1200" b="1" dirty="0">
                  <a:solidFill>
                    <a:schemeClr val="bg1">
                      <a:lumMod val="50000"/>
                    </a:schemeClr>
                  </a:solidFill>
                  <a:latin typeface="Arial Narrow" panose="020B0606020202030204" pitchFamily="34" charset="0"/>
                </a:rPr>
                <a:t> NCBI</a:t>
              </a:r>
              <a:endParaRPr lang="en-US" sz="1200" b="1" dirty="0">
                <a:solidFill>
                  <a:schemeClr val="bg1">
                    <a:lumMod val="50000"/>
                  </a:schemeClr>
                </a:solidFill>
                <a:latin typeface="Arial Narrow" panose="020B0606020202030204" pitchFamily="34" charset="0"/>
              </a:endParaRPr>
            </a:p>
          </p:txBody>
        </p:sp>
      </p:grpSp>
      <p:grpSp>
        <p:nvGrpSpPr>
          <p:cNvPr id="18" name="Gruppieren 17">
            <a:extLst>
              <a:ext uri="{FF2B5EF4-FFF2-40B4-BE49-F238E27FC236}">
                <a16:creationId xmlns:a16="http://schemas.microsoft.com/office/drawing/2014/main" id="{D2304817-7FBF-4C80-A6CA-48771EA5C3AE}"/>
              </a:ext>
            </a:extLst>
          </p:cNvPr>
          <p:cNvGrpSpPr/>
          <p:nvPr/>
        </p:nvGrpSpPr>
        <p:grpSpPr>
          <a:xfrm>
            <a:off x="3291733" y="1874479"/>
            <a:ext cx="1351370" cy="558350"/>
            <a:chOff x="2516623" y="1525770"/>
            <a:chExt cx="1351370" cy="558350"/>
          </a:xfrm>
        </p:grpSpPr>
        <p:sp>
          <p:nvSpPr>
            <p:cNvPr id="6" name="Rechteck: abgerundete Ecken 5">
              <a:extLst>
                <a:ext uri="{FF2B5EF4-FFF2-40B4-BE49-F238E27FC236}">
                  <a16:creationId xmlns:a16="http://schemas.microsoft.com/office/drawing/2014/main" id="{098FABF5-0378-45E7-86FE-3F902FDE5A76}"/>
                </a:ext>
              </a:extLst>
            </p:cNvPr>
            <p:cNvSpPr/>
            <p:nvPr/>
          </p:nvSpPr>
          <p:spPr>
            <a:xfrm>
              <a:off x="2516623" y="1525770"/>
              <a:ext cx="1351370" cy="558350"/>
            </a:xfrm>
            <a:prstGeom prst="roundRect">
              <a:avLst/>
            </a:prstGeom>
            <a:noFill/>
            <a:ln w="28575">
              <a:solidFill>
                <a:schemeClr val="accent3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latin typeface="Arial Narrow" panose="020B0606020202030204" pitchFamily="34" charset="0"/>
              </a:endParaRPr>
            </a:p>
          </p:txBody>
        </p:sp>
        <p:sp>
          <p:nvSpPr>
            <p:cNvPr id="7" name="Textfeld 6">
              <a:extLst>
                <a:ext uri="{FF2B5EF4-FFF2-40B4-BE49-F238E27FC236}">
                  <a16:creationId xmlns:a16="http://schemas.microsoft.com/office/drawing/2014/main" id="{28CFAF4B-4F18-4D03-A0DB-7905F91CF172}"/>
                </a:ext>
              </a:extLst>
            </p:cNvPr>
            <p:cNvSpPr txBox="1"/>
            <p:nvPr/>
          </p:nvSpPr>
          <p:spPr>
            <a:xfrm>
              <a:off x="2713106" y="1666445"/>
              <a:ext cx="958403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de-DE" sz="1200" b="1" dirty="0" err="1">
                  <a:solidFill>
                    <a:schemeClr val="bg1">
                      <a:lumMod val="50000"/>
                    </a:schemeClr>
                  </a:solidFill>
                  <a:latin typeface="Arial Narrow" panose="020B0606020202030204" pitchFamily="34" charset="0"/>
                </a:rPr>
                <a:t>Validate</a:t>
              </a:r>
              <a:r>
                <a:rPr lang="de-DE" sz="1200" b="1" dirty="0">
                  <a:solidFill>
                    <a:schemeClr val="bg1">
                      <a:lumMod val="50000"/>
                    </a:schemeClr>
                  </a:solidFill>
                  <a:latin typeface="Arial Narrow" panose="020B0606020202030204" pitchFamily="34" charset="0"/>
                </a:rPr>
                <a:t> </a:t>
              </a:r>
              <a:r>
                <a:rPr lang="de-DE" sz="1200" b="1" dirty="0" err="1">
                  <a:solidFill>
                    <a:schemeClr val="bg1">
                      <a:lumMod val="50000"/>
                    </a:schemeClr>
                  </a:solidFill>
                  <a:latin typeface="Arial Narrow" panose="020B0606020202030204" pitchFamily="34" charset="0"/>
                </a:rPr>
                <a:t>data</a:t>
              </a:r>
              <a:endParaRPr lang="en-US" sz="1200" b="1" dirty="0">
                <a:solidFill>
                  <a:schemeClr val="bg1">
                    <a:lumMod val="50000"/>
                  </a:schemeClr>
                </a:solidFill>
                <a:latin typeface="Arial Narrow" panose="020B0606020202030204" pitchFamily="34" charset="0"/>
              </a:endParaRPr>
            </a:p>
          </p:txBody>
        </p:sp>
      </p:grpSp>
      <p:sp>
        <p:nvSpPr>
          <p:cNvPr id="8" name="Textfeld 7">
            <a:extLst>
              <a:ext uri="{FF2B5EF4-FFF2-40B4-BE49-F238E27FC236}">
                <a16:creationId xmlns:a16="http://schemas.microsoft.com/office/drawing/2014/main" id="{03D9D424-3395-45E9-A3DC-2DEA305310AF}"/>
              </a:ext>
            </a:extLst>
          </p:cNvPr>
          <p:cNvSpPr txBox="1"/>
          <p:nvPr/>
        </p:nvSpPr>
        <p:spPr>
          <a:xfrm>
            <a:off x="2582252" y="1153376"/>
            <a:ext cx="718465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US" sz="1400" dirty="0">
                <a:latin typeface="Arial Narrow" panose="020B0606020202030204" pitchFamily="34" charset="0"/>
              </a:rPr>
              <a:t>prefetch</a:t>
            </a:r>
          </a:p>
        </p:txBody>
      </p:sp>
      <p:sp>
        <p:nvSpPr>
          <p:cNvPr id="9" name="Textfeld 8">
            <a:extLst>
              <a:ext uri="{FF2B5EF4-FFF2-40B4-BE49-F238E27FC236}">
                <a16:creationId xmlns:a16="http://schemas.microsoft.com/office/drawing/2014/main" id="{7CCB3922-F71B-4605-958D-79029713EF40}"/>
              </a:ext>
            </a:extLst>
          </p:cNvPr>
          <p:cNvSpPr txBox="1"/>
          <p:nvPr/>
        </p:nvSpPr>
        <p:spPr>
          <a:xfrm>
            <a:off x="2322565" y="1999767"/>
            <a:ext cx="97815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US" sz="1400" dirty="0" err="1">
                <a:latin typeface="Arial Narrow" panose="020B0606020202030204" pitchFamily="34" charset="0"/>
              </a:rPr>
              <a:t>vdb</a:t>
            </a:r>
            <a:r>
              <a:rPr lang="en-US" sz="1400" dirty="0">
                <a:latin typeface="Arial Narrow" panose="020B0606020202030204" pitchFamily="34" charset="0"/>
              </a:rPr>
              <a:t>-validate</a:t>
            </a:r>
          </a:p>
        </p:txBody>
      </p:sp>
      <p:sp>
        <p:nvSpPr>
          <p:cNvPr id="10" name="Textfeld 9">
            <a:extLst>
              <a:ext uri="{FF2B5EF4-FFF2-40B4-BE49-F238E27FC236}">
                <a16:creationId xmlns:a16="http://schemas.microsoft.com/office/drawing/2014/main" id="{741000AA-6AC6-421B-91DA-6EF7D7EA0FDA}"/>
              </a:ext>
            </a:extLst>
          </p:cNvPr>
          <p:cNvSpPr txBox="1"/>
          <p:nvPr/>
        </p:nvSpPr>
        <p:spPr>
          <a:xfrm>
            <a:off x="1854487" y="2846158"/>
            <a:ext cx="1446230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US" sz="1400" dirty="0">
                <a:latin typeface="Arial Narrow" panose="020B0606020202030204" pitchFamily="34" charset="0"/>
              </a:rPr>
              <a:t>parallel-</a:t>
            </a:r>
            <a:r>
              <a:rPr lang="en-US" sz="1400" dirty="0" err="1">
                <a:latin typeface="Arial Narrow" panose="020B0606020202030204" pitchFamily="34" charset="0"/>
              </a:rPr>
              <a:t>fastq</a:t>
            </a:r>
            <a:r>
              <a:rPr lang="en-US" sz="1400" dirty="0">
                <a:latin typeface="Arial Narrow" panose="020B0606020202030204" pitchFamily="34" charset="0"/>
              </a:rPr>
              <a:t>-dump</a:t>
            </a:r>
          </a:p>
        </p:txBody>
      </p:sp>
      <p:grpSp>
        <p:nvGrpSpPr>
          <p:cNvPr id="19" name="Gruppieren 18">
            <a:extLst>
              <a:ext uri="{FF2B5EF4-FFF2-40B4-BE49-F238E27FC236}">
                <a16:creationId xmlns:a16="http://schemas.microsoft.com/office/drawing/2014/main" id="{7ED32932-BD1F-407A-9F5F-93F64D836EF2}"/>
              </a:ext>
            </a:extLst>
          </p:cNvPr>
          <p:cNvGrpSpPr/>
          <p:nvPr/>
        </p:nvGrpSpPr>
        <p:grpSpPr>
          <a:xfrm>
            <a:off x="3291733" y="2720870"/>
            <a:ext cx="1351370" cy="558350"/>
            <a:chOff x="2516623" y="2335395"/>
            <a:chExt cx="1351370" cy="558350"/>
          </a:xfrm>
        </p:grpSpPr>
        <p:sp>
          <p:nvSpPr>
            <p:cNvPr id="11" name="Rechteck: abgerundete Ecken 10">
              <a:extLst>
                <a:ext uri="{FF2B5EF4-FFF2-40B4-BE49-F238E27FC236}">
                  <a16:creationId xmlns:a16="http://schemas.microsoft.com/office/drawing/2014/main" id="{BD5D538E-E837-4F26-AB34-170E2F6B7B34}"/>
                </a:ext>
              </a:extLst>
            </p:cNvPr>
            <p:cNvSpPr/>
            <p:nvPr/>
          </p:nvSpPr>
          <p:spPr>
            <a:xfrm>
              <a:off x="2516623" y="2335395"/>
              <a:ext cx="1351370" cy="558350"/>
            </a:xfrm>
            <a:prstGeom prst="roundRect">
              <a:avLst/>
            </a:prstGeom>
            <a:noFill/>
            <a:ln w="28575">
              <a:solidFill>
                <a:schemeClr val="accent3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latin typeface="Arial Narrow" panose="020B0606020202030204" pitchFamily="34" charset="0"/>
              </a:endParaRPr>
            </a:p>
          </p:txBody>
        </p:sp>
        <p:sp>
          <p:nvSpPr>
            <p:cNvPr id="12" name="Textfeld 11">
              <a:extLst>
                <a:ext uri="{FF2B5EF4-FFF2-40B4-BE49-F238E27FC236}">
                  <a16:creationId xmlns:a16="http://schemas.microsoft.com/office/drawing/2014/main" id="{77C2B83D-EA51-4D3B-BA5F-11A5FF4A588E}"/>
                </a:ext>
              </a:extLst>
            </p:cNvPr>
            <p:cNvSpPr txBox="1"/>
            <p:nvPr/>
          </p:nvSpPr>
          <p:spPr>
            <a:xfrm>
              <a:off x="2659181" y="2476070"/>
              <a:ext cx="1066254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de-DE" sz="1200" b="1" dirty="0" err="1">
                  <a:solidFill>
                    <a:schemeClr val="bg1">
                      <a:lumMod val="50000"/>
                    </a:schemeClr>
                  </a:solidFill>
                  <a:latin typeface="Arial Narrow" panose="020B0606020202030204" pitchFamily="34" charset="0"/>
                </a:rPr>
                <a:t>Extract</a:t>
              </a:r>
              <a:r>
                <a:rPr lang="de-DE" sz="1200" b="1" dirty="0">
                  <a:solidFill>
                    <a:schemeClr val="bg1">
                      <a:lumMod val="50000"/>
                    </a:schemeClr>
                  </a:solidFill>
                  <a:latin typeface="Arial Narrow" panose="020B0606020202030204" pitchFamily="34" charset="0"/>
                </a:rPr>
                <a:t> FASTQ</a:t>
              </a:r>
              <a:endParaRPr lang="en-US" sz="1200" b="1" dirty="0">
                <a:solidFill>
                  <a:schemeClr val="bg1">
                    <a:lumMod val="50000"/>
                  </a:schemeClr>
                </a:solidFill>
                <a:latin typeface="Arial Narrow" panose="020B0606020202030204" pitchFamily="34" charset="0"/>
              </a:endParaRPr>
            </a:p>
          </p:txBody>
        </p:sp>
      </p:grpSp>
      <p:grpSp>
        <p:nvGrpSpPr>
          <p:cNvPr id="20" name="Gruppieren 19">
            <a:extLst>
              <a:ext uri="{FF2B5EF4-FFF2-40B4-BE49-F238E27FC236}">
                <a16:creationId xmlns:a16="http://schemas.microsoft.com/office/drawing/2014/main" id="{E2784696-5873-419C-B6A9-5EA5A0DE12D2}"/>
              </a:ext>
            </a:extLst>
          </p:cNvPr>
          <p:cNvGrpSpPr/>
          <p:nvPr/>
        </p:nvGrpSpPr>
        <p:grpSpPr>
          <a:xfrm>
            <a:off x="3291733" y="3567261"/>
            <a:ext cx="1351370" cy="558350"/>
            <a:chOff x="2516622" y="3145020"/>
            <a:chExt cx="1351370" cy="558350"/>
          </a:xfrm>
        </p:grpSpPr>
        <p:sp>
          <p:nvSpPr>
            <p:cNvPr id="13" name="Rechteck: abgerundete Ecken 12">
              <a:extLst>
                <a:ext uri="{FF2B5EF4-FFF2-40B4-BE49-F238E27FC236}">
                  <a16:creationId xmlns:a16="http://schemas.microsoft.com/office/drawing/2014/main" id="{169494C4-2F27-4F29-BE18-5080E440C075}"/>
                </a:ext>
              </a:extLst>
            </p:cNvPr>
            <p:cNvSpPr/>
            <p:nvPr/>
          </p:nvSpPr>
          <p:spPr>
            <a:xfrm>
              <a:off x="2516622" y="3145020"/>
              <a:ext cx="1351370" cy="558350"/>
            </a:xfrm>
            <a:prstGeom prst="roundRect">
              <a:avLst/>
            </a:prstGeom>
            <a:noFill/>
            <a:ln w="28575">
              <a:solidFill>
                <a:schemeClr val="accent3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latin typeface="Arial Narrow" panose="020B0606020202030204" pitchFamily="34" charset="0"/>
              </a:endParaRPr>
            </a:p>
          </p:txBody>
        </p:sp>
        <p:sp>
          <p:nvSpPr>
            <p:cNvPr id="14" name="Textfeld 13">
              <a:extLst>
                <a:ext uri="{FF2B5EF4-FFF2-40B4-BE49-F238E27FC236}">
                  <a16:creationId xmlns:a16="http://schemas.microsoft.com/office/drawing/2014/main" id="{67008DAC-D867-49F7-853D-9A44D94516B1}"/>
                </a:ext>
              </a:extLst>
            </p:cNvPr>
            <p:cNvSpPr txBox="1"/>
            <p:nvPr/>
          </p:nvSpPr>
          <p:spPr>
            <a:xfrm>
              <a:off x="2643923" y="3285696"/>
              <a:ext cx="1096774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de-DE" sz="1200" b="1" dirty="0">
                  <a:solidFill>
                    <a:schemeClr val="bg1">
                      <a:lumMod val="50000"/>
                    </a:schemeClr>
                  </a:solidFill>
                  <a:latin typeface="Arial Narrow" panose="020B0606020202030204" pitchFamily="34" charset="0"/>
                </a:rPr>
                <a:t>Quality Control</a:t>
              </a:r>
              <a:endParaRPr lang="en-US" sz="1200" b="1" dirty="0">
                <a:solidFill>
                  <a:schemeClr val="bg1">
                    <a:lumMod val="50000"/>
                  </a:schemeClr>
                </a:solidFill>
                <a:latin typeface="Arial Narrow" panose="020B0606020202030204" pitchFamily="34" charset="0"/>
              </a:endParaRPr>
            </a:p>
          </p:txBody>
        </p:sp>
      </p:grpSp>
      <p:grpSp>
        <p:nvGrpSpPr>
          <p:cNvPr id="22" name="Gruppieren 21">
            <a:extLst>
              <a:ext uri="{FF2B5EF4-FFF2-40B4-BE49-F238E27FC236}">
                <a16:creationId xmlns:a16="http://schemas.microsoft.com/office/drawing/2014/main" id="{5769C5B2-B6E9-4080-8378-D500FC4059F2}"/>
              </a:ext>
            </a:extLst>
          </p:cNvPr>
          <p:cNvGrpSpPr/>
          <p:nvPr/>
        </p:nvGrpSpPr>
        <p:grpSpPr>
          <a:xfrm>
            <a:off x="3291733" y="4413652"/>
            <a:ext cx="1351370" cy="558350"/>
            <a:chOff x="2516622" y="3959969"/>
            <a:chExt cx="1351370" cy="558350"/>
          </a:xfrm>
        </p:grpSpPr>
        <p:sp>
          <p:nvSpPr>
            <p:cNvPr id="15" name="Rechteck: abgerundete Ecken 14">
              <a:extLst>
                <a:ext uri="{FF2B5EF4-FFF2-40B4-BE49-F238E27FC236}">
                  <a16:creationId xmlns:a16="http://schemas.microsoft.com/office/drawing/2014/main" id="{C32000B1-7397-4FBD-BE00-43C11FE53ACA}"/>
                </a:ext>
              </a:extLst>
            </p:cNvPr>
            <p:cNvSpPr/>
            <p:nvPr/>
          </p:nvSpPr>
          <p:spPr>
            <a:xfrm>
              <a:off x="2516622" y="3959969"/>
              <a:ext cx="1351370" cy="558350"/>
            </a:xfrm>
            <a:prstGeom prst="roundRect">
              <a:avLst/>
            </a:prstGeom>
            <a:noFill/>
            <a:ln w="28575">
              <a:solidFill>
                <a:schemeClr val="accent3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latin typeface="Arial Narrow" panose="020B0606020202030204" pitchFamily="34" charset="0"/>
              </a:endParaRPr>
            </a:p>
          </p:txBody>
        </p:sp>
        <p:sp>
          <p:nvSpPr>
            <p:cNvPr id="16" name="Textfeld 15">
              <a:extLst>
                <a:ext uri="{FF2B5EF4-FFF2-40B4-BE49-F238E27FC236}">
                  <a16:creationId xmlns:a16="http://schemas.microsoft.com/office/drawing/2014/main" id="{EB3D623D-FEDC-4D3C-8713-8BF9996028B5}"/>
                </a:ext>
              </a:extLst>
            </p:cNvPr>
            <p:cNvSpPr txBox="1"/>
            <p:nvPr/>
          </p:nvSpPr>
          <p:spPr>
            <a:xfrm>
              <a:off x="2629500" y="4008312"/>
              <a:ext cx="1125628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de-DE" sz="1200" b="1" dirty="0">
                  <a:solidFill>
                    <a:schemeClr val="bg1">
                      <a:lumMod val="50000"/>
                    </a:schemeClr>
                  </a:solidFill>
                  <a:latin typeface="Arial Narrow" panose="020B0606020202030204" pitchFamily="34" charset="0"/>
                </a:rPr>
                <a:t>Adapter/Quality</a:t>
              </a:r>
            </a:p>
            <a:p>
              <a:pPr algn="ctr"/>
              <a:r>
                <a:rPr lang="de-DE" sz="1200" b="1" dirty="0" err="1">
                  <a:solidFill>
                    <a:schemeClr val="bg1">
                      <a:lumMod val="50000"/>
                    </a:schemeClr>
                  </a:solidFill>
                  <a:latin typeface="Arial Narrow" panose="020B0606020202030204" pitchFamily="34" charset="0"/>
                </a:rPr>
                <a:t>Trimming</a:t>
              </a:r>
              <a:endParaRPr lang="en-US" sz="1200" b="1" dirty="0">
                <a:solidFill>
                  <a:schemeClr val="bg1">
                    <a:lumMod val="50000"/>
                  </a:schemeClr>
                </a:solidFill>
                <a:latin typeface="Arial Narrow" panose="020B0606020202030204" pitchFamily="34" charset="0"/>
              </a:endParaRPr>
            </a:p>
          </p:txBody>
        </p:sp>
      </p:grpSp>
      <p:grpSp>
        <p:nvGrpSpPr>
          <p:cNvPr id="23" name="Gruppieren 22">
            <a:extLst>
              <a:ext uri="{FF2B5EF4-FFF2-40B4-BE49-F238E27FC236}">
                <a16:creationId xmlns:a16="http://schemas.microsoft.com/office/drawing/2014/main" id="{E001640C-8CA9-42F5-BA64-48CAD80A3240}"/>
              </a:ext>
            </a:extLst>
          </p:cNvPr>
          <p:cNvGrpSpPr/>
          <p:nvPr/>
        </p:nvGrpSpPr>
        <p:grpSpPr>
          <a:xfrm>
            <a:off x="3291733" y="5260043"/>
            <a:ext cx="1351370" cy="558350"/>
            <a:chOff x="2516622" y="3145020"/>
            <a:chExt cx="1351370" cy="558350"/>
          </a:xfrm>
        </p:grpSpPr>
        <p:sp>
          <p:nvSpPr>
            <p:cNvPr id="24" name="Rechteck: abgerundete Ecken 23">
              <a:extLst>
                <a:ext uri="{FF2B5EF4-FFF2-40B4-BE49-F238E27FC236}">
                  <a16:creationId xmlns:a16="http://schemas.microsoft.com/office/drawing/2014/main" id="{BA891AE1-EEFB-47A7-A9BA-CD2D2A9241BE}"/>
                </a:ext>
              </a:extLst>
            </p:cNvPr>
            <p:cNvSpPr/>
            <p:nvPr/>
          </p:nvSpPr>
          <p:spPr>
            <a:xfrm>
              <a:off x="2516622" y="3145020"/>
              <a:ext cx="1351370" cy="558350"/>
            </a:xfrm>
            <a:prstGeom prst="roundRect">
              <a:avLst/>
            </a:prstGeom>
            <a:noFill/>
            <a:ln w="28575">
              <a:solidFill>
                <a:schemeClr val="accent3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latin typeface="Arial Narrow" panose="020B0606020202030204" pitchFamily="34" charset="0"/>
              </a:endParaRPr>
            </a:p>
          </p:txBody>
        </p:sp>
        <p:sp>
          <p:nvSpPr>
            <p:cNvPr id="25" name="Textfeld 24">
              <a:extLst>
                <a:ext uri="{FF2B5EF4-FFF2-40B4-BE49-F238E27FC236}">
                  <a16:creationId xmlns:a16="http://schemas.microsoft.com/office/drawing/2014/main" id="{4B3745FE-57B3-4ACE-84E6-B0C5BE572DC3}"/>
                </a:ext>
              </a:extLst>
            </p:cNvPr>
            <p:cNvSpPr txBox="1"/>
            <p:nvPr/>
          </p:nvSpPr>
          <p:spPr>
            <a:xfrm>
              <a:off x="2643923" y="3285695"/>
              <a:ext cx="1096774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de-DE" sz="1200" b="1" dirty="0">
                  <a:solidFill>
                    <a:schemeClr val="bg1">
                      <a:lumMod val="50000"/>
                    </a:schemeClr>
                  </a:solidFill>
                  <a:latin typeface="Arial Narrow" panose="020B0606020202030204" pitchFamily="34" charset="0"/>
                </a:rPr>
                <a:t>Quality Control</a:t>
              </a:r>
              <a:endParaRPr lang="en-US" sz="1200" b="1" dirty="0">
                <a:solidFill>
                  <a:schemeClr val="bg1">
                    <a:lumMod val="50000"/>
                  </a:schemeClr>
                </a:solidFill>
                <a:latin typeface="Arial Narrow" panose="020B0606020202030204" pitchFamily="34" charset="0"/>
              </a:endParaRPr>
            </a:p>
          </p:txBody>
        </p:sp>
      </p:grpSp>
      <p:sp>
        <p:nvSpPr>
          <p:cNvPr id="26" name="Textfeld 25">
            <a:extLst>
              <a:ext uri="{FF2B5EF4-FFF2-40B4-BE49-F238E27FC236}">
                <a16:creationId xmlns:a16="http://schemas.microsoft.com/office/drawing/2014/main" id="{07152B57-014A-4390-9D25-3B55912EBFEE}"/>
              </a:ext>
            </a:extLst>
          </p:cNvPr>
          <p:cNvSpPr txBox="1"/>
          <p:nvPr/>
        </p:nvSpPr>
        <p:spPr>
          <a:xfrm>
            <a:off x="2609502" y="3692549"/>
            <a:ext cx="691215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de-DE" sz="1400" dirty="0" err="1">
                <a:latin typeface="Arial Narrow" panose="020B0606020202030204" pitchFamily="34" charset="0"/>
              </a:rPr>
              <a:t>FastQC</a:t>
            </a:r>
            <a:endParaRPr lang="en-US" sz="1400" dirty="0">
              <a:latin typeface="Arial Narrow" panose="020B0606020202030204" pitchFamily="34" charset="0"/>
            </a:endParaRPr>
          </a:p>
        </p:txBody>
      </p:sp>
      <p:sp>
        <p:nvSpPr>
          <p:cNvPr id="27" name="Textfeld 26">
            <a:extLst>
              <a:ext uri="{FF2B5EF4-FFF2-40B4-BE49-F238E27FC236}">
                <a16:creationId xmlns:a16="http://schemas.microsoft.com/office/drawing/2014/main" id="{E93F21D4-531C-4B95-96E8-77C0A9A43B21}"/>
              </a:ext>
            </a:extLst>
          </p:cNvPr>
          <p:cNvSpPr txBox="1"/>
          <p:nvPr/>
        </p:nvSpPr>
        <p:spPr>
          <a:xfrm>
            <a:off x="2343917" y="4538940"/>
            <a:ext cx="956800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de-DE" sz="1400" dirty="0" err="1">
                <a:latin typeface="Arial Narrow" panose="020B0606020202030204" pitchFamily="34" charset="0"/>
              </a:rPr>
              <a:t>Trim</a:t>
            </a:r>
            <a:r>
              <a:rPr lang="de-DE" sz="1400" dirty="0">
                <a:latin typeface="Arial Narrow" panose="020B0606020202030204" pitchFamily="34" charset="0"/>
              </a:rPr>
              <a:t> </a:t>
            </a:r>
            <a:r>
              <a:rPr lang="de-DE" sz="1400" dirty="0" err="1">
                <a:latin typeface="Arial Narrow" panose="020B0606020202030204" pitchFamily="34" charset="0"/>
              </a:rPr>
              <a:t>Galore</a:t>
            </a:r>
            <a:endParaRPr lang="en-US" sz="1400" dirty="0">
              <a:latin typeface="Arial Narrow" panose="020B0606020202030204" pitchFamily="34" charset="0"/>
            </a:endParaRPr>
          </a:p>
        </p:txBody>
      </p:sp>
      <p:grpSp>
        <p:nvGrpSpPr>
          <p:cNvPr id="28" name="Gruppieren 27">
            <a:extLst>
              <a:ext uri="{FF2B5EF4-FFF2-40B4-BE49-F238E27FC236}">
                <a16:creationId xmlns:a16="http://schemas.microsoft.com/office/drawing/2014/main" id="{B1089DB4-5B52-431A-A820-902E10300678}"/>
              </a:ext>
            </a:extLst>
          </p:cNvPr>
          <p:cNvGrpSpPr/>
          <p:nvPr/>
        </p:nvGrpSpPr>
        <p:grpSpPr>
          <a:xfrm>
            <a:off x="7622929" y="1874479"/>
            <a:ext cx="1351370" cy="558350"/>
            <a:chOff x="2516622" y="3145020"/>
            <a:chExt cx="1351370" cy="558350"/>
          </a:xfrm>
        </p:grpSpPr>
        <p:sp>
          <p:nvSpPr>
            <p:cNvPr id="29" name="Rechteck: abgerundete Ecken 28">
              <a:extLst>
                <a:ext uri="{FF2B5EF4-FFF2-40B4-BE49-F238E27FC236}">
                  <a16:creationId xmlns:a16="http://schemas.microsoft.com/office/drawing/2014/main" id="{8BEC1BAD-BDC4-4B37-A93A-B345C9B51302}"/>
                </a:ext>
              </a:extLst>
            </p:cNvPr>
            <p:cNvSpPr/>
            <p:nvPr/>
          </p:nvSpPr>
          <p:spPr>
            <a:xfrm>
              <a:off x="2516622" y="3145020"/>
              <a:ext cx="1351370" cy="558350"/>
            </a:xfrm>
            <a:prstGeom prst="roundRect">
              <a:avLst/>
            </a:prstGeom>
            <a:noFill/>
            <a:ln w="28575">
              <a:solidFill>
                <a:schemeClr val="accent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solidFill>
                  <a:schemeClr val="accent6"/>
                </a:solidFill>
                <a:latin typeface="Arial Narrow" panose="020B0606020202030204" pitchFamily="34" charset="0"/>
              </a:endParaRPr>
            </a:p>
          </p:txBody>
        </p:sp>
        <p:sp>
          <p:nvSpPr>
            <p:cNvPr id="30" name="Textfeld 29">
              <a:extLst>
                <a:ext uri="{FF2B5EF4-FFF2-40B4-BE49-F238E27FC236}">
                  <a16:creationId xmlns:a16="http://schemas.microsoft.com/office/drawing/2014/main" id="{F3C146B7-67F1-4B81-94EE-25BF2009513F}"/>
                </a:ext>
              </a:extLst>
            </p:cNvPr>
            <p:cNvSpPr txBox="1"/>
            <p:nvPr/>
          </p:nvSpPr>
          <p:spPr>
            <a:xfrm>
              <a:off x="2840290" y="3285695"/>
              <a:ext cx="704039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de-DE" sz="1200" b="1" dirty="0">
                  <a:solidFill>
                    <a:schemeClr val="accent6"/>
                  </a:solidFill>
                  <a:latin typeface="Arial Narrow" panose="020B0606020202030204" pitchFamily="34" charset="0"/>
                </a:rPr>
                <a:t>Mapping</a:t>
              </a:r>
              <a:endParaRPr lang="en-US" sz="1200" b="1" dirty="0">
                <a:solidFill>
                  <a:schemeClr val="accent6"/>
                </a:solidFill>
                <a:latin typeface="Arial Narrow" panose="020B0606020202030204" pitchFamily="34" charset="0"/>
              </a:endParaRPr>
            </a:p>
          </p:txBody>
        </p:sp>
      </p:grpSp>
      <p:sp>
        <p:nvSpPr>
          <p:cNvPr id="31" name="Textfeld 30">
            <a:extLst>
              <a:ext uri="{FF2B5EF4-FFF2-40B4-BE49-F238E27FC236}">
                <a16:creationId xmlns:a16="http://schemas.microsoft.com/office/drawing/2014/main" id="{48FC57FD-C921-4F97-B42F-BDD3B4114D5A}"/>
              </a:ext>
            </a:extLst>
          </p:cNvPr>
          <p:cNvSpPr txBox="1"/>
          <p:nvPr/>
        </p:nvSpPr>
        <p:spPr>
          <a:xfrm>
            <a:off x="2609502" y="5385331"/>
            <a:ext cx="691215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de-DE" sz="1400" dirty="0" err="1">
                <a:latin typeface="Arial Narrow" panose="020B0606020202030204" pitchFamily="34" charset="0"/>
              </a:rPr>
              <a:t>FastQC</a:t>
            </a:r>
            <a:endParaRPr lang="en-US" sz="1400" dirty="0">
              <a:latin typeface="Arial Narrow" panose="020B0606020202030204" pitchFamily="34" charset="0"/>
            </a:endParaRPr>
          </a:p>
        </p:txBody>
      </p:sp>
      <p:sp>
        <p:nvSpPr>
          <p:cNvPr id="32" name="Textfeld 31">
            <a:extLst>
              <a:ext uri="{FF2B5EF4-FFF2-40B4-BE49-F238E27FC236}">
                <a16:creationId xmlns:a16="http://schemas.microsoft.com/office/drawing/2014/main" id="{BC2F5015-FB4B-4459-8A6B-A77ECF02FA1C}"/>
              </a:ext>
            </a:extLst>
          </p:cNvPr>
          <p:cNvSpPr txBox="1"/>
          <p:nvPr/>
        </p:nvSpPr>
        <p:spPr>
          <a:xfrm>
            <a:off x="6913355" y="1986158"/>
            <a:ext cx="716863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de-DE" sz="1400" dirty="0" err="1">
                <a:latin typeface="Arial Narrow" panose="020B0606020202030204" pitchFamily="34" charset="0"/>
              </a:rPr>
              <a:t>Bismark</a:t>
            </a:r>
            <a:endParaRPr lang="en-US" sz="1400" dirty="0">
              <a:latin typeface="Arial Narrow" panose="020B0606020202030204" pitchFamily="34" charset="0"/>
            </a:endParaRPr>
          </a:p>
        </p:txBody>
      </p:sp>
      <p:grpSp>
        <p:nvGrpSpPr>
          <p:cNvPr id="33" name="Gruppieren 32">
            <a:extLst>
              <a:ext uri="{FF2B5EF4-FFF2-40B4-BE49-F238E27FC236}">
                <a16:creationId xmlns:a16="http://schemas.microsoft.com/office/drawing/2014/main" id="{F5A3DF4F-1D52-4AC0-884B-DD58552BE945}"/>
              </a:ext>
            </a:extLst>
          </p:cNvPr>
          <p:cNvGrpSpPr/>
          <p:nvPr/>
        </p:nvGrpSpPr>
        <p:grpSpPr>
          <a:xfrm>
            <a:off x="7622929" y="2720870"/>
            <a:ext cx="1351370" cy="558350"/>
            <a:chOff x="2516622" y="3145020"/>
            <a:chExt cx="1351370" cy="558350"/>
          </a:xfrm>
        </p:grpSpPr>
        <p:sp>
          <p:nvSpPr>
            <p:cNvPr id="34" name="Rechteck: abgerundete Ecken 33">
              <a:extLst>
                <a:ext uri="{FF2B5EF4-FFF2-40B4-BE49-F238E27FC236}">
                  <a16:creationId xmlns:a16="http://schemas.microsoft.com/office/drawing/2014/main" id="{663189C4-F392-479C-9537-CDA57DDE3730}"/>
                </a:ext>
              </a:extLst>
            </p:cNvPr>
            <p:cNvSpPr/>
            <p:nvPr/>
          </p:nvSpPr>
          <p:spPr>
            <a:xfrm>
              <a:off x="2516622" y="3145020"/>
              <a:ext cx="1351370" cy="558350"/>
            </a:xfrm>
            <a:prstGeom prst="roundRect">
              <a:avLst/>
            </a:prstGeom>
            <a:noFill/>
            <a:ln w="28575">
              <a:solidFill>
                <a:schemeClr val="accent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latin typeface="Arial Narrow" panose="020B0606020202030204" pitchFamily="34" charset="0"/>
              </a:endParaRPr>
            </a:p>
          </p:txBody>
        </p:sp>
        <p:sp>
          <p:nvSpPr>
            <p:cNvPr id="35" name="Textfeld 34">
              <a:extLst>
                <a:ext uri="{FF2B5EF4-FFF2-40B4-BE49-F238E27FC236}">
                  <a16:creationId xmlns:a16="http://schemas.microsoft.com/office/drawing/2014/main" id="{47D70E67-77AB-4BB4-B9E6-3CE8A4E4A58F}"/>
                </a:ext>
              </a:extLst>
            </p:cNvPr>
            <p:cNvSpPr txBox="1"/>
            <p:nvPr/>
          </p:nvSpPr>
          <p:spPr>
            <a:xfrm>
              <a:off x="2870748" y="3285695"/>
              <a:ext cx="643126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de-DE" sz="1200" b="1" dirty="0" err="1">
                  <a:solidFill>
                    <a:schemeClr val="accent6"/>
                  </a:solidFill>
                  <a:latin typeface="Arial Narrow" panose="020B0606020202030204" pitchFamily="34" charset="0"/>
                </a:rPr>
                <a:t>Sorting</a:t>
              </a:r>
              <a:endParaRPr lang="en-US" sz="1200" b="1" dirty="0">
                <a:solidFill>
                  <a:schemeClr val="accent6"/>
                </a:solidFill>
                <a:latin typeface="Arial Narrow" panose="020B0606020202030204" pitchFamily="34" charset="0"/>
              </a:endParaRPr>
            </a:p>
          </p:txBody>
        </p:sp>
      </p:grpSp>
      <p:sp>
        <p:nvSpPr>
          <p:cNvPr id="36" name="Textfeld 35">
            <a:extLst>
              <a:ext uri="{FF2B5EF4-FFF2-40B4-BE49-F238E27FC236}">
                <a16:creationId xmlns:a16="http://schemas.microsoft.com/office/drawing/2014/main" id="{E8ADA3B6-0101-4DCC-97CC-9BAC3AC6FC59}"/>
              </a:ext>
            </a:extLst>
          </p:cNvPr>
          <p:cNvSpPr txBox="1"/>
          <p:nvPr/>
        </p:nvSpPr>
        <p:spPr>
          <a:xfrm>
            <a:off x="6567105" y="2827031"/>
            <a:ext cx="106311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de-DE" sz="1400" dirty="0" err="1">
                <a:latin typeface="Arial Narrow" panose="020B0606020202030204" pitchFamily="34" charset="0"/>
              </a:rPr>
              <a:t>samtools</a:t>
            </a:r>
            <a:r>
              <a:rPr lang="de-DE" sz="1400" dirty="0">
                <a:latin typeface="Arial Narrow" panose="020B0606020202030204" pitchFamily="34" charset="0"/>
              </a:rPr>
              <a:t> </a:t>
            </a:r>
            <a:r>
              <a:rPr lang="de-DE" sz="1400" dirty="0" err="1">
                <a:latin typeface="Arial Narrow" panose="020B0606020202030204" pitchFamily="34" charset="0"/>
              </a:rPr>
              <a:t>sort</a:t>
            </a:r>
            <a:endParaRPr lang="en-US" sz="1400" dirty="0">
              <a:latin typeface="Arial Narrow" panose="020B0606020202030204" pitchFamily="34" charset="0"/>
            </a:endParaRPr>
          </a:p>
        </p:txBody>
      </p:sp>
      <p:grpSp>
        <p:nvGrpSpPr>
          <p:cNvPr id="37" name="Gruppieren 36">
            <a:extLst>
              <a:ext uri="{FF2B5EF4-FFF2-40B4-BE49-F238E27FC236}">
                <a16:creationId xmlns:a16="http://schemas.microsoft.com/office/drawing/2014/main" id="{BC844725-EA61-4A62-B548-23F34B20AC73}"/>
              </a:ext>
            </a:extLst>
          </p:cNvPr>
          <p:cNvGrpSpPr/>
          <p:nvPr/>
        </p:nvGrpSpPr>
        <p:grpSpPr>
          <a:xfrm>
            <a:off x="7622929" y="3567261"/>
            <a:ext cx="1351370" cy="558350"/>
            <a:chOff x="2516622" y="3145020"/>
            <a:chExt cx="1351370" cy="558350"/>
          </a:xfrm>
        </p:grpSpPr>
        <p:sp>
          <p:nvSpPr>
            <p:cNvPr id="38" name="Rechteck: abgerundete Ecken 37">
              <a:extLst>
                <a:ext uri="{FF2B5EF4-FFF2-40B4-BE49-F238E27FC236}">
                  <a16:creationId xmlns:a16="http://schemas.microsoft.com/office/drawing/2014/main" id="{7F255686-1E3F-48B4-A80A-4CBF733A0CE4}"/>
                </a:ext>
              </a:extLst>
            </p:cNvPr>
            <p:cNvSpPr/>
            <p:nvPr/>
          </p:nvSpPr>
          <p:spPr>
            <a:xfrm>
              <a:off x="2516622" y="3145020"/>
              <a:ext cx="1351370" cy="558350"/>
            </a:xfrm>
            <a:prstGeom prst="roundRect">
              <a:avLst/>
            </a:prstGeom>
            <a:noFill/>
            <a:ln w="28575">
              <a:solidFill>
                <a:schemeClr val="accent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latin typeface="Arial Narrow" panose="020B0606020202030204" pitchFamily="34" charset="0"/>
              </a:endParaRPr>
            </a:p>
          </p:txBody>
        </p:sp>
        <p:sp>
          <p:nvSpPr>
            <p:cNvPr id="39" name="Textfeld 38">
              <a:extLst>
                <a:ext uri="{FF2B5EF4-FFF2-40B4-BE49-F238E27FC236}">
                  <a16:creationId xmlns:a16="http://schemas.microsoft.com/office/drawing/2014/main" id="{E934880E-2544-46FE-B10A-562BB4FBD3DD}"/>
                </a:ext>
              </a:extLst>
            </p:cNvPr>
            <p:cNvSpPr txBox="1"/>
            <p:nvPr/>
          </p:nvSpPr>
          <p:spPr>
            <a:xfrm>
              <a:off x="2698877" y="3196683"/>
              <a:ext cx="986873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de-DE" sz="1200" b="1" dirty="0">
                  <a:solidFill>
                    <a:schemeClr val="accent6"/>
                  </a:solidFill>
                  <a:latin typeface="Arial Narrow" panose="020B0606020202030204" pitchFamily="34" charset="0"/>
                </a:rPr>
                <a:t>Remove PCR</a:t>
              </a:r>
            </a:p>
            <a:p>
              <a:pPr algn="ctr"/>
              <a:r>
                <a:rPr lang="de-DE" sz="1200" b="1" dirty="0" err="1">
                  <a:solidFill>
                    <a:schemeClr val="accent6"/>
                  </a:solidFill>
                  <a:latin typeface="Arial Narrow" panose="020B0606020202030204" pitchFamily="34" charset="0"/>
                </a:rPr>
                <a:t>duplicates</a:t>
              </a:r>
              <a:endParaRPr lang="en-US" sz="1200" b="1" dirty="0">
                <a:solidFill>
                  <a:schemeClr val="accent6"/>
                </a:solidFill>
                <a:latin typeface="Arial Narrow" panose="020B0606020202030204" pitchFamily="34" charset="0"/>
              </a:endParaRPr>
            </a:p>
          </p:txBody>
        </p:sp>
      </p:grpSp>
      <p:sp>
        <p:nvSpPr>
          <p:cNvPr id="40" name="Textfeld 39">
            <a:extLst>
              <a:ext uri="{FF2B5EF4-FFF2-40B4-BE49-F238E27FC236}">
                <a16:creationId xmlns:a16="http://schemas.microsoft.com/office/drawing/2014/main" id="{EE06027C-D068-47F9-8951-C7637942DC85}"/>
              </a:ext>
            </a:extLst>
          </p:cNvPr>
          <p:cNvSpPr txBox="1"/>
          <p:nvPr/>
        </p:nvSpPr>
        <p:spPr>
          <a:xfrm>
            <a:off x="6095823" y="3675776"/>
            <a:ext cx="1534394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US" sz="1400" dirty="0" err="1">
                <a:latin typeface="Arial Narrow" panose="020B0606020202030204" pitchFamily="34" charset="0"/>
              </a:rPr>
              <a:t>deduplicate_bismark</a:t>
            </a:r>
            <a:endParaRPr lang="en-US" sz="1400" dirty="0">
              <a:latin typeface="Arial Narrow" panose="020B0606020202030204" pitchFamily="34" charset="0"/>
            </a:endParaRPr>
          </a:p>
        </p:txBody>
      </p:sp>
      <p:grpSp>
        <p:nvGrpSpPr>
          <p:cNvPr id="41" name="Gruppieren 40">
            <a:extLst>
              <a:ext uri="{FF2B5EF4-FFF2-40B4-BE49-F238E27FC236}">
                <a16:creationId xmlns:a16="http://schemas.microsoft.com/office/drawing/2014/main" id="{4E90EA48-F9AA-424A-881D-75CA73028816}"/>
              </a:ext>
            </a:extLst>
          </p:cNvPr>
          <p:cNvGrpSpPr/>
          <p:nvPr/>
        </p:nvGrpSpPr>
        <p:grpSpPr>
          <a:xfrm>
            <a:off x="7622929" y="4413656"/>
            <a:ext cx="1351370" cy="558350"/>
            <a:chOff x="2516622" y="3145020"/>
            <a:chExt cx="1351370" cy="558350"/>
          </a:xfrm>
        </p:grpSpPr>
        <p:sp>
          <p:nvSpPr>
            <p:cNvPr id="42" name="Rechteck: abgerundete Ecken 41">
              <a:extLst>
                <a:ext uri="{FF2B5EF4-FFF2-40B4-BE49-F238E27FC236}">
                  <a16:creationId xmlns:a16="http://schemas.microsoft.com/office/drawing/2014/main" id="{6E782094-D0A5-4709-ABFF-AA971BAC0DD0}"/>
                </a:ext>
              </a:extLst>
            </p:cNvPr>
            <p:cNvSpPr/>
            <p:nvPr/>
          </p:nvSpPr>
          <p:spPr>
            <a:xfrm>
              <a:off x="2516622" y="3145020"/>
              <a:ext cx="1351370" cy="558350"/>
            </a:xfrm>
            <a:prstGeom prst="roundRect">
              <a:avLst/>
            </a:prstGeom>
            <a:noFill/>
            <a:ln w="28575">
              <a:solidFill>
                <a:schemeClr val="accent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latin typeface="Arial Narrow" panose="020B0606020202030204" pitchFamily="34" charset="0"/>
              </a:endParaRPr>
            </a:p>
          </p:txBody>
        </p:sp>
        <p:sp>
          <p:nvSpPr>
            <p:cNvPr id="43" name="Textfeld 42">
              <a:extLst>
                <a:ext uri="{FF2B5EF4-FFF2-40B4-BE49-F238E27FC236}">
                  <a16:creationId xmlns:a16="http://schemas.microsoft.com/office/drawing/2014/main" id="{9E29483F-0D7A-40AA-9DE7-6C31C0A7CB4F}"/>
                </a:ext>
              </a:extLst>
            </p:cNvPr>
            <p:cNvSpPr txBox="1"/>
            <p:nvPr/>
          </p:nvSpPr>
          <p:spPr>
            <a:xfrm>
              <a:off x="2625493" y="3285695"/>
              <a:ext cx="1133644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de-DE" sz="1200" b="1" dirty="0" err="1">
                  <a:solidFill>
                    <a:schemeClr val="accent6"/>
                  </a:solidFill>
                  <a:latin typeface="Arial Narrow" panose="020B0606020202030204" pitchFamily="34" charset="0"/>
                </a:rPr>
                <a:t>Methylation</a:t>
              </a:r>
              <a:r>
                <a:rPr lang="de-DE" sz="1200" b="1" dirty="0">
                  <a:solidFill>
                    <a:schemeClr val="accent6"/>
                  </a:solidFill>
                  <a:latin typeface="Arial Narrow" panose="020B0606020202030204" pitchFamily="34" charset="0"/>
                </a:rPr>
                <a:t> </a:t>
              </a:r>
              <a:r>
                <a:rPr lang="de-DE" sz="1200" b="1" dirty="0" err="1">
                  <a:solidFill>
                    <a:schemeClr val="accent6"/>
                  </a:solidFill>
                  <a:latin typeface="Arial Narrow" panose="020B0606020202030204" pitchFamily="34" charset="0"/>
                </a:rPr>
                <a:t>call</a:t>
              </a:r>
              <a:endParaRPr lang="en-US" sz="1200" b="1" dirty="0">
                <a:solidFill>
                  <a:schemeClr val="accent6"/>
                </a:solidFill>
                <a:latin typeface="Arial Narrow" panose="020B0606020202030204" pitchFamily="34" charset="0"/>
              </a:endParaRPr>
            </a:p>
          </p:txBody>
        </p:sp>
      </p:grpSp>
      <p:sp>
        <p:nvSpPr>
          <p:cNvPr id="44" name="Textfeld 43">
            <a:extLst>
              <a:ext uri="{FF2B5EF4-FFF2-40B4-BE49-F238E27FC236}">
                <a16:creationId xmlns:a16="http://schemas.microsoft.com/office/drawing/2014/main" id="{8E5E02AA-3A8F-4F8A-B337-8466B3FDD59B}"/>
              </a:ext>
            </a:extLst>
          </p:cNvPr>
          <p:cNvSpPr txBox="1"/>
          <p:nvPr/>
        </p:nvSpPr>
        <p:spPr>
          <a:xfrm>
            <a:off x="6094219" y="4403254"/>
            <a:ext cx="1535998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US" sz="1400" dirty="0" err="1">
                <a:latin typeface="Arial Narrow" panose="020B0606020202030204" pitchFamily="34" charset="0"/>
              </a:rPr>
              <a:t>bismark_methylation</a:t>
            </a:r>
            <a:endParaRPr lang="en-US" sz="1400" dirty="0">
              <a:latin typeface="Arial Narrow" panose="020B0606020202030204" pitchFamily="34" charset="0"/>
            </a:endParaRPr>
          </a:p>
          <a:p>
            <a:pPr algn="r"/>
            <a:r>
              <a:rPr lang="en-US" sz="1400" dirty="0">
                <a:latin typeface="Arial Narrow" panose="020B0606020202030204" pitchFamily="34" charset="0"/>
              </a:rPr>
              <a:t>extractor</a:t>
            </a:r>
          </a:p>
        </p:txBody>
      </p:sp>
      <p:cxnSp>
        <p:nvCxnSpPr>
          <p:cNvPr id="46" name="Gerade Verbindung mit Pfeil 45">
            <a:extLst>
              <a:ext uri="{FF2B5EF4-FFF2-40B4-BE49-F238E27FC236}">
                <a16:creationId xmlns:a16="http://schemas.microsoft.com/office/drawing/2014/main" id="{6AC5FB23-63F3-44FE-AFC9-F59E5E37B510}"/>
              </a:ext>
            </a:extLst>
          </p:cNvPr>
          <p:cNvCxnSpPr>
            <a:stCxn id="3" idx="2"/>
            <a:endCxn id="6" idx="0"/>
          </p:cNvCxnSpPr>
          <p:nvPr/>
        </p:nvCxnSpPr>
        <p:spPr>
          <a:xfrm>
            <a:off x="3967418" y="1586439"/>
            <a:ext cx="0" cy="288041"/>
          </a:xfrm>
          <a:prstGeom prst="straightConnector1">
            <a:avLst/>
          </a:prstGeom>
          <a:ln w="28575">
            <a:solidFill>
              <a:schemeClr val="bg1">
                <a:lumMod val="6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9" name="Gerade Verbindung mit Pfeil 48">
            <a:extLst>
              <a:ext uri="{FF2B5EF4-FFF2-40B4-BE49-F238E27FC236}">
                <a16:creationId xmlns:a16="http://schemas.microsoft.com/office/drawing/2014/main" id="{E362B084-E369-46A5-87E9-3E4D380412B4}"/>
              </a:ext>
            </a:extLst>
          </p:cNvPr>
          <p:cNvCxnSpPr>
            <a:stCxn id="6" idx="2"/>
            <a:endCxn id="11" idx="0"/>
          </p:cNvCxnSpPr>
          <p:nvPr/>
        </p:nvCxnSpPr>
        <p:spPr>
          <a:xfrm>
            <a:off x="3967418" y="2432830"/>
            <a:ext cx="0" cy="288041"/>
          </a:xfrm>
          <a:prstGeom prst="straightConnector1">
            <a:avLst/>
          </a:prstGeom>
          <a:ln w="28575">
            <a:solidFill>
              <a:schemeClr val="bg1">
                <a:lumMod val="6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1" name="Gerade Verbindung mit Pfeil 50">
            <a:extLst>
              <a:ext uri="{FF2B5EF4-FFF2-40B4-BE49-F238E27FC236}">
                <a16:creationId xmlns:a16="http://schemas.microsoft.com/office/drawing/2014/main" id="{FE6BD771-2CCC-4841-A95E-F88C8A537EAB}"/>
              </a:ext>
            </a:extLst>
          </p:cNvPr>
          <p:cNvCxnSpPr>
            <a:stCxn id="11" idx="2"/>
            <a:endCxn id="13" idx="0"/>
          </p:cNvCxnSpPr>
          <p:nvPr/>
        </p:nvCxnSpPr>
        <p:spPr>
          <a:xfrm>
            <a:off x="3967418" y="3279221"/>
            <a:ext cx="0" cy="288041"/>
          </a:xfrm>
          <a:prstGeom prst="straightConnector1">
            <a:avLst/>
          </a:prstGeom>
          <a:ln w="28575">
            <a:solidFill>
              <a:schemeClr val="bg1">
                <a:lumMod val="6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3" name="Gerade Verbindung mit Pfeil 52">
            <a:extLst>
              <a:ext uri="{FF2B5EF4-FFF2-40B4-BE49-F238E27FC236}">
                <a16:creationId xmlns:a16="http://schemas.microsoft.com/office/drawing/2014/main" id="{A1D4317F-C808-443E-9721-046886AB17B7}"/>
              </a:ext>
            </a:extLst>
          </p:cNvPr>
          <p:cNvCxnSpPr>
            <a:stCxn id="13" idx="2"/>
            <a:endCxn id="15" idx="0"/>
          </p:cNvCxnSpPr>
          <p:nvPr/>
        </p:nvCxnSpPr>
        <p:spPr>
          <a:xfrm>
            <a:off x="3967418" y="4125612"/>
            <a:ext cx="0" cy="288041"/>
          </a:xfrm>
          <a:prstGeom prst="straightConnector1">
            <a:avLst/>
          </a:prstGeom>
          <a:ln w="28575">
            <a:solidFill>
              <a:schemeClr val="bg1">
                <a:lumMod val="6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5" name="Gerade Verbindung mit Pfeil 54">
            <a:extLst>
              <a:ext uri="{FF2B5EF4-FFF2-40B4-BE49-F238E27FC236}">
                <a16:creationId xmlns:a16="http://schemas.microsoft.com/office/drawing/2014/main" id="{120ABB11-1E18-4B63-A1F9-AF5C78E5B2E5}"/>
              </a:ext>
            </a:extLst>
          </p:cNvPr>
          <p:cNvCxnSpPr>
            <a:stCxn id="15" idx="2"/>
            <a:endCxn id="24" idx="0"/>
          </p:cNvCxnSpPr>
          <p:nvPr/>
        </p:nvCxnSpPr>
        <p:spPr>
          <a:xfrm>
            <a:off x="3967418" y="4972003"/>
            <a:ext cx="0" cy="288041"/>
          </a:xfrm>
          <a:prstGeom prst="straightConnector1">
            <a:avLst/>
          </a:prstGeom>
          <a:ln w="28575">
            <a:solidFill>
              <a:schemeClr val="bg1">
                <a:lumMod val="6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9" name="Gerade Verbindung mit Pfeil 58">
            <a:extLst>
              <a:ext uri="{FF2B5EF4-FFF2-40B4-BE49-F238E27FC236}">
                <a16:creationId xmlns:a16="http://schemas.microsoft.com/office/drawing/2014/main" id="{519D8546-7B5F-4285-AC26-5B121196E8EC}"/>
              </a:ext>
            </a:extLst>
          </p:cNvPr>
          <p:cNvCxnSpPr>
            <a:stCxn id="29" idx="2"/>
            <a:endCxn id="34" idx="0"/>
          </p:cNvCxnSpPr>
          <p:nvPr/>
        </p:nvCxnSpPr>
        <p:spPr>
          <a:xfrm>
            <a:off x="8298614" y="2432830"/>
            <a:ext cx="0" cy="288041"/>
          </a:xfrm>
          <a:prstGeom prst="straightConnector1">
            <a:avLst/>
          </a:prstGeom>
          <a:ln w="28575">
            <a:solidFill>
              <a:schemeClr val="accent6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1" name="Gerade Verbindung mit Pfeil 60">
            <a:extLst>
              <a:ext uri="{FF2B5EF4-FFF2-40B4-BE49-F238E27FC236}">
                <a16:creationId xmlns:a16="http://schemas.microsoft.com/office/drawing/2014/main" id="{2BA3619A-987A-471D-A95E-744B0EEE9B7C}"/>
              </a:ext>
            </a:extLst>
          </p:cNvPr>
          <p:cNvCxnSpPr>
            <a:stCxn id="34" idx="2"/>
            <a:endCxn id="38" idx="0"/>
          </p:cNvCxnSpPr>
          <p:nvPr/>
        </p:nvCxnSpPr>
        <p:spPr>
          <a:xfrm>
            <a:off x="8298614" y="3279221"/>
            <a:ext cx="0" cy="288041"/>
          </a:xfrm>
          <a:prstGeom prst="straightConnector1">
            <a:avLst/>
          </a:prstGeom>
          <a:ln w="28575">
            <a:solidFill>
              <a:schemeClr val="accent6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3" name="Gerade Verbindung mit Pfeil 62">
            <a:extLst>
              <a:ext uri="{FF2B5EF4-FFF2-40B4-BE49-F238E27FC236}">
                <a16:creationId xmlns:a16="http://schemas.microsoft.com/office/drawing/2014/main" id="{D00A084D-E639-41E4-AB9E-DB589C75E058}"/>
              </a:ext>
            </a:extLst>
          </p:cNvPr>
          <p:cNvCxnSpPr>
            <a:stCxn id="38" idx="2"/>
            <a:endCxn id="42" idx="0"/>
          </p:cNvCxnSpPr>
          <p:nvPr/>
        </p:nvCxnSpPr>
        <p:spPr>
          <a:xfrm>
            <a:off x="8298614" y="4125612"/>
            <a:ext cx="0" cy="288045"/>
          </a:xfrm>
          <a:prstGeom prst="straightConnector1">
            <a:avLst/>
          </a:prstGeom>
          <a:ln w="28575">
            <a:solidFill>
              <a:schemeClr val="accent6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64" name="Gruppieren 63">
            <a:extLst>
              <a:ext uri="{FF2B5EF4-FFF2-40B4-BE49-F238E27FC236}">
                <a16:creationId xmlns:a16="http://schemas.microsoft.com/office/drawing/2014/main" id="{1142C467-C1EB-40C7-852E-FE892EB4680E}"/>
              </a:ext>
            </a:extLst>
          </p:cNvPr>
          <p:cNvGrpSpPr/>
          <p:nvPr/>
        </p:nvGrpSpPr>
        <p:grpSpPr>
          <a:xfrm>
            <a:off x="11519227" y="1874478"/>
            <a:ext cx="1351370" cy="558350"/>
            <a:chOff x="2516622" y="3145020"/>
            <a:chExt cx="1351370" cy="558350"/>
          </a:xfrm>
        </p:grpSpPr>
        <p:sp>
          <p:nvSpPr>
            <p:cNvPr id="65" name="Rechteck: abgerundete Ecken 64">
              <a:extLst>
                <a:ext uri="{FF2B5EF4-FFF2-40B4-BE49-F238E27FC236}">
                  <a16:creationId xmlns:a16="http://schemas.microsoft.com/office/drawing/2014/main" id="{7EAE716C-FB58-4A7D-8A5D-D76DE45E643A}"/>
                </a:ext>
              </a:extLst>
            </p:cNvPr>
            <p:cNvSpPr/>
            <p:nvPr/>
          </p:nvSpPr>
          <p:spPr>
            <a:xfrm>
              <a:off x="2516622" y="3145020"/>
              <a:ext cx="1351370" cy="558350"/>
            </a:xfrm>
            <a:prstGeom prst="roundRect">
              <a:avLst/>
            </a:prstGeom>
            <a:noFill/>
            <a:ln w="28575">
              <a:solidFill>
                <a:schemeClr val="accent5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latin typeface="Arial Narrow" panose="020B0606020202030204" pitchFamily="34" charset="0"/>
              </a:endParaRPr>
            </a:p>
          </p:txBody>
        </p:sp>
        <p:sp>
          <p:nvSpPr>
            <p:cNvPr id="66" name="Textfeld 65">
              <a:extLst>
                <a:ext uri="{FF2B5EF4-FFF2-40B4-BE49-F238E27FC236}">
                  <a16:creationId xmlns:a16="http://schemas.microsoft.com/office/drawing/2014/main" id="{51FC8032-D558-4653-8B10-044C5A72B189}"/>
                </a:ext>
              </a:extLst>
            </p:cNvPr>
            <p:cNvSpPr txBox="1"/>
            <p:nvPr/>
          </p:nvSpPr>
          <p:spPr>
            <a:xfrm>
              <a:off x="2619095" y="3209495"/>
              <a:ext cx="1146468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de-DE" sz="1200" b="1" dirty="0" err="1">
                  <a:solidFill>
                    <a:schemeClr val="accent5"/>
                  </a:solidFill>
                  <a:latin typeface="Arial Narrow" panose="020B0606020202030204" pitchFamily="34" charset="0"/>
                </a:rPr>
                <a:t>Get</a:t>
              </a:r>
              <a:r>
                <a:rPr lang="de-DE" sz="1200" b="1" dirty="0">
                  <a:solidFill>
                    <a:schemeClr val="accent5"/>
                  </a:solidFill>
                  <a:latin typeface="Arial Narrow" panose="020B0606020202030204" pitchFamily="34" charset="0"/>
                </a:rPr>
                <a:t> </a:t>
              </a:r>
              <a:r>
                <a:rPr lang="de-DE" sz="1200" b="1" dirty="0" err="1">
                  <a:solidFill>
                    <a:schemeClr val="accent5"/>
                  </a:solidFill>
                  <a:latin typeface="Arial Narrow" panose="020B0606020202030204" pitchFamily="34" charset="0"/>
                </a:rPr>
                <a:t>coordinates</a:t>
              </a:r>
              <a:endParaRPr lang="de-DE" sz="1200" b="1" dirty="0">
                <a:solidFill>
                  <a:schemeClr val="accent5"/>
                </a:solidFill>
                <a:latin typeface="Arial Narrow" panose="020B0606020202030204" pitchFamily="34" charset="0"/>
              </a:endParaRPr>
            </a:p>
            <a:p>
              <a:pPr algn="ctr"/>
              <a:r>
                <a:rPr lang="de-DE" sz="1200" b="1" dirty="0">
                  <a:solidFill>
                    <a:schemeClr val="accent5"/>
                  </a:solidFill>
                  <a:latin typeface="Arial Narrow" panose="020B0606020202030204" pitchFamily="34" charset="0"/>
                </a:rPr>
                <a:t>CG ± flank</a:t>
              </a:r>
              <a:endParaRPr lang="en-US" sz="1200" b="1" dirty="0">
                <a:solidFill>
                  <a:schemeClr val="accent5"/>
                </a:solidFill>
                <a:latin typeface="Arial Narrow" panose="020B0606020202030204" pitchFamily="34" charset="0"/>
              </a:endParaRPr>
            </a:p>
          </p:txBody>
        </p:sp>
      </p:grpSp>
      <p:cxnSp>
        <p:nvCxnSpPr>
          <p:cNvPr id="77" name="Verbinder: gewinkelt 76">
            <a:extLst>
              <a:ext uri="{FF2B5EF4-FFF2-40B4-BE49-F238E27FC236}">
                <a16:creationId xmlns:a16="http://schemas.microsoft.com/office/drawing/2014/main" id="{A9158E29-4DEA-499C-A845-BFFED4830256}"/>
              </a:ext>
            </a:extLst>
          </p:cNvPr>
          <p:cNvCxnSpPr>
            <a:stCxn id="24" idx="3"/>
            <a:endCxn id="29" idx="0"/>
          </p:cNvCxnSpPr>
          <p:nvPr/>
        </p:nvCxnSpPr>
        <p:spPr>
          <a:xfrm flipV="1">
            <a:off x="4643103" y="1874479"/>
            <a:ext cx="3655511" cy="3664739"/>
          </a:xfrm>
          <a:prstGeom prst="bentConnector4">
            <a:avLst>
              <a:gd name="adj1" fmla="val 14228"/>
              <a:gd name="adj2" fmla="val 106238"/>
            </a:avLst>
          </a:prstGeom>
          <a:ln w="28575">
            <a:solidFill>
              <a:schemeClr val="bg1">
                <a:lumMod val="6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80" name="Gruppieren 79">
            <a:extLst>
              <a:ext uri="{FF2B5EF4-FFF2-40B4-BE49-F238E27FC236}">
                <a16:creationId xmlns:a16="http://schemas.microsoft.com/office/drawing/2014/main" id="{73B209C5-8C0F-4ABB-8E1E-122F92C457B5}"/>
              </a:ext>
            </a:extLst>
          </p:cNvPr>
          <p:cNvGrpSpPr/>
          <p:nvPr/>
        </p:nvGrpSpPr>
        <p:grpSpPr>
          <a:xfrm>
            <a:off x="11519227" y="2720869"/>
            <a:ext cx="1351370" cy="558350"/>
            <a:chOff x="2516622" y="3145020"/>
            <a:chExt cx="1351370" cy="558350"/>
          </a:xfrm>
        </p:grpSpPr>
        <p:sp>
          <p:nvSpPr>
            <p:cNvPr id="81" name="Rechteck: abgerundete Ecken 80">
              <a:extLst>
                <a:ext uri="{FF2B5EF4-FFF2-40B4-BE49-F238E27FC236}">
                  <a16:creationId xmlns:a16="http://schemas.microsoft.com/office/drawing/2014/main" id="{66311265-9791-4C43-9B1A-734D99D2FE57}"/>
                </a:ext>
              </a:extLst>
            </p:cNvPr>
            <p:cNvSpPr/>
            <p:nvPr/>
          </p:nvSpPr>
          <p:spPr>
            <a:xfrm>
              <a:off x="2516622" y="3145020"/>
              <a:ext cx="1351370" cy="558350"/>
            </a:xfrm>
            <a:prstGeom prst="roundRect">
              <a:avLst/>
            </a:prstGeom>
            <a:noFill/>
            <a:ln w="28575">
              <a:solidFill>
                <a:schemeClr val="accent5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latin typeface="Arial Narrow" panose="020B0606020202030204" pitchFamily="34" charset="0"/>
              </a:endParaRPr>
            </a:p>
          </p:txBody>
        </p:sp>
        <p:sp>
          <p:nvSpPr>
            <p:cNvPr id="82" name="Textfeld 81">
              <a:extLst>
                <a:ext uri="{FF2B5EF4-FFF2-40B4-BE49-F238E27FC236}">
                  <a16:creationId xmlns:a16="http://schemas.microsoft.com/office/drawing/2014/main" id="{72D3DAD8-DF0E-4DAC-B4CC-EB08F66DDF0A}"/>
                </a:ext>
              </a:extLst>
            </p:cNvPr>
            <p:cNvSpPr txBox="1"/>
            <p:nvPr/>
          </p:nvSpPr>
          <p:spPr>
            <a:xfrm>
              <a:off x="2635634" y="3289505"/>
              <a:ext cx="1113382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de-DE" sz="1200" b="1" dirty="0" err="1">
                  <a:solidFill>
                    <a:schemeClr val="accent5"/>
                  </a:solidFill>
                  <a:latin typeface="Arial Narrow" panose="020B0606020202030204" pitchFamily="34" charset="0"/>
                </a:rPr>
                <a:t>Get</a:t>
              </a:r>
              <a:r>
                <a:rPr lang="de-DE" sz="1200" b="1" dirty="0">
                  <a:solidFill>
                    <a:schemeClr val="accent5"/>
                  </a:solidFill>
                  <a:latin typeface="Arial Narrow" panose="020B0606020202030204" pitchFamily="34" charset="0"/>
                </a:rPr>
                <a:t> </a:t>
              </a:r>
              <a:r>
                <a:rPr lang="de-DE" sz="1200" b="1" dirty="0" err="1">
                  <a:solidFill>
                    <a:schemeClr val="accent5"/>
                  </a:solidFill>
                  <a:latin typeface="Arial Narrow" panose="020B0606020202030204" pitchFamily="34" charset="0"/>
                </a:rPr>
                <a:t>sequences</a:t>
              </a:r>
              <a:endParaRPr lang="en-US" sz="1200" b="1" dirty="0">
                <a:solidFill>
                  <a:schemeClr val="accent5"/>
                </a:solidFill>
                <a:latin typeface="Arial Narrow" panose="020B0606020202030204" pitchFamily="34" charset="0"/>
              </a:endParaRPr>
            </a:p>
          </p:txBody>
        </p:sp>
      </p:grpSp>
      <p:grpSp>
        <p:nvGrpSpPr>
          <p:cNvPr id="83" name="Gruppieren 82">
            <a:extLst>
              <a:ext uri="{FF2B5EF4-FFF2-40B4-BE49-F238E27FC236}">
                <a16:creationId xmlns:a16="http://schemas.microsoft.com/office/drawing/2014/main" id="{9015ED3B-5782-4400-B463-5AFFB5B79821}"/>
              </a:ext>
            </a:extLst>
          </p:cNvPr>
          <p:cNvGrpSpPr/>
          <p:nvPr/>
        </p:nvGrpSpPr>
        <p:grpSpPr>
          <a:xfrm>
            <a:off x="11515896" y="3567260"/>
            <a:ext cx="1358064" cy="558350"/>
            <a:chOff x="2513291" y="3145020"/>
            <a:chExt cx="1358064" cy="558350"/>
          </a:xfrm>
        </p:grpSpPr>
        <p:sp>
          <p:nvSpPr>
            <p:cNvPr id="84" name="Rechteck: abgerundete Ecken 83">
              <a:extLst>
                <a:ext uri="{FF2B5EF4-FFF2-40B4-BE49-F238E27FC236}">
                  <a16:creationId xmlns:a16="http://schemas.microsoft.com/office/drawing/2014/main" id="{95549436-6555-4E64-8E42-14CBC9FAD49D}"/>
                </a:ext>
              </a:extLst>
            </p:cNvPr>
            <p:cNvSpPr/>
            <p:nvPr/>
          </p:nvSpPr>
          <p:spPr>
            <a:xfrm>
              <a:off x="2516622" y="3145020"/>
              <a:ext cx="1351370" cy="558350"/>
            </a:xfrm>
            <a:prstGeom prst="roundRect">
              <a:avLst/>
            </a:prstGeom>
            <a:noFill/>
            <a:ln w="28575">
              <a:solidFill>
                <a:schemeClr val="accent5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latin typeface="Arial Narrow" panose="020B0606020202030204" pitchFamily="34" charset="0"/>
              </a:endParaRPr>
            </a:p>
          </p:txBody>
        </p:sp>
        <p:sp>
          <p:nvSpPr>
            <p:cNvPr id="85" name="Textfeld 84">
              <a:extLst>
                <a:ext uri="{FF2B5EF4-FFF2-40B4-BE49-F238E27FC236}">
                  <a16:creationId xmlns:a16="http://schemas.microsoft.com/office/drawing/2014/main" id="{9A94DA12-A6CA-4F80-8788-B45245C25D3C}"/>
                </a:ext>
              </a:extLst>
            </p:cNvPr>
            <p:cNvSpPr txBox="1"/>
            <p:nvPr/>
          </p:nvSpPr>
          <p:spPr>
            <a:xfrm>
              <a:off x="2513291" y="3209495"/>
              <a:ext cx="1358064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de-DE" sz="1200" b="1" dirty="0" err="1">
                  <a:solidFill>
                    <a:schemeClr val="accent5"/>
                  </a:solidFill>
                  <a:latin typeface="Arial Narrow" panose="020B0606020202030204" pitchFamily="34" charset="0"/>
                </a:rPr>
                <a:t>Compute</a:t>
              </a:r>
              <a:r>
                <a:rPr lang="de-DE" sz="1200" b="1" dirty="0">
                  <a:solidFill>
                    <a:schemeClr val="accent5"/>
                  </a:solidFill>
                  <a:latin typeface="Arial Narrow" panose="020B0606020202030204" pitchFamily="34" charset="0"/>
                </a:rPr>
                <a:t> </a:t>
              </a:r>
            </a:p>
            <a:p>
              <a:pPr algn="ctr"/>
              <a:r>
                <a:rPr lang="de-DE" sz="1200" b="1" dirty="0" err="1">
                  <a:solidFill>
                    <a:schemeClr val="accent5"/>
                  </a:solidFill>
                  <a:latin typeface="Arial Narrow" panose="020B0606020202030204" pitchFamily="34" charset="0"/>
                </a:rPr>
                <a:t>flanking</a:t>
              </a:r>
              <a:r>
                <a:rPr lang="de-DE" sz="1200" b="1" dirty="0">
                  <a:solidFill>
                    <a:schemeClr val="accent5"/>
                  </a:solidFill>
                  <a:latin typeface="Arial Narrow" panose="020B0606020202030204" pitchFamily="34" charset="0"/>
                </a:rPr>
                <a:t> </a:t>
              </a:r>
              <a:r>
                <a:rPr lang="de-DE" sz="1200" b="1" dirty="0" err="1">
                  <a:solidFill>
                    <a:schemeClr val="accent5"/>
                  </a:solidFill>
                  <a:latin typeface="Arial Narrow" panose="020B0606020202030204" pitchFamily="34" charset="0"/>
                </a:rPr>
                <a:t>sequences</a:t>
              </a:r>
              <a:endParaRPr lang="en-US" sz="1200" b="1" dirty="0">
                <a:solidFill>
                  <a:schemeClr val="accent5"/>
                </a:solidFill>
                <a:latin typeface="Arial Narrow" panose="020B0606020202030204" pitchFamily="34" charset="0"/>
              </a:endParaRPr>
            </a:p>
          </p:txBody>
        </p:sp>
      </p:grpSp>
      <p:grpSp>
        <p:nvGrpSpPr>
          <p:cNvPr id="86" name="Gruppieren 85">
            <a:extLst>
              <a:ext uri="{FF2B5EF4-FFF2-40B4-BE49-F238E27FC236}">
                <a16:creationId xmlns:a16="http://schemas.microsoft.com/office/drawing/2014/main" id="{05229A00-11FE-4517-9BB5-62403DE893AD}"/>
              </a:ext>
            </a:extLst>
          </p:cNvPr>
          <p:cNvGrpSpPr/>
          <p:nvPr/>
        </p:nvGrpSpPr>
        <p:grpSpPr>
          <a:xfrm>
            <a:off x="11519227" y="4413652"/>
            <a:ext cx="1351370" cy="558350"/>
            <a:chOff x="2516622" y="3145020"/>
            <a:chExt cx="1351370" cy="558350"/>
          </a:xfrm>
        </p:grpSpPr>
        <p:sp>
          <p:nvSpPr>
            <p:cNvPr id="87" name="Rechteck: abgerundete Ecken 86">
              <a:extLst>
                <a:ext uri="{FF2B5EF4-FFF2-40B4-BE49-F238E27FC236}">
                  <a16:creationId xmlns:a16="http://schemas.microsoft.com/office/drawing/2014/main" id="{A6613847-3882-4CB6-8357-C7E90ADDCBD2}"/>
                </a:ext>
              </a:extLst>
            </p:cNvPr>
            <p:cNvSpPr/>
            <p:nvPr/>
          </p:nvSpPr>
          <p:spPr>
            <a:xfrm>
              <a:off x="2516622" y="3145020"/>
              <a:ext cx="1351370" cy="558350"/>
            </a:xfrm>
            <a:prstGeom prst="roundRect">
              <a:avLst/>
            </a:prstGeom>
            <a:noFill/>
            <a:ln w="28575">
              <a:solidFill>
                <a:schemeClr val="accent5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latin typeface="Arial Narrow" panose="020B0606020202030204" pitchFamily="34" charset="0"/>
              </a:endParaRPr>
            </a:p>
          </p:txBody>
        </p:sp>
        <p:sp>
          <p:nvSpPr>
            <p:cNvPr id="88" name="Textfeld 87">
              <a:extLst>
                <a:ext uri="{FF2B5EF4-FFF2-40B4-BE49-F238E27FC236}">
                  <a16:creationId xmlns:a16="http://schemas.microsoft.com/office/drawing/2014/main" id="{BB52BCA4-AA65-4E50-8014-B183EFB8EA9F}"/>
                </a:ext>
              </a:extLst>
            </p:cNvPr>
            <p:cNvSpPr txBox="1"/>
            <p:nvPr/>
          </p:nvSpPr>
          <p:spPr>
            <a:xfrm>
              <a:off x="2703245" y="3209495"/>
              <a:ext cx="978153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de-DE" sz="1200" b="1" dirty="0">
                  <a:solidFill>
                    <a:schemeClr val="accent5"/>
                  </a:solidFill>
                  <a:latin typeface="Arial Narrow" panose="020B0606020202030204" pitchFamily="34" charset="0"/>
                </a:rPr>
                <a:t>Downstream </a:t>
              </a:r>
            </a:p>
            <a:p>
              <a:pPr algn="ctr"/>
              <a:r>
                <a:rPr lang="de-DE" sz="1200" b="1" dirty="0" err="1">
                  <a:solidFill>
                    <a:schemeClr val="accent5"/>
                  </a:solidFill>
                  <a:latin typeface="Arial Narrow" panose="020B0606020202030204" pitchFamily="34" charset="0"/>
                </a:rPr>
                <a:t>analysis</a:t>
              </a:r>
              <a:endParaRPr lang="en-US" sz="1200" b="1" dirty="0">
                <a:solidFill>
                  <a:schemeClr val="accent5"/>
                </a:solidFill>
                <a:latin typeface="Arial Narrow" panose="020B0606020202030204" pitchFamily="34" charset="0"/>
              </a:endParaRPr>
            </a:p>
          </p:txBody>
        </p:sp>
      </p:grpSp>
      <p:sp>
        <p:nvSpPr>
          <p:cNvPr id="89" name="Textfeld 88">
            <a:extLst>
              <a:ext uri="{FF2B5EF4-FFF2-40B4-BE49-F238E27FC236}">
                <a16:creationId xmlns:a16="http://schemas.microsoft.com/office/drawing/2014/main" id="{B6AA778A-8EB8-4C17-B165-A00A27DD596E}"/>
              </a:ext>
            </a:extLst>
          </p:cNvPr>
          <p:cNvSpPr txBox="1"/>
          <p:nvPr/>
        </p:nvSpPr>
        <p:spPr>
          <a:xfrm>
            <a:off x="10664645" y="1986158"/>
            <a:ext cx="854721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de-DE" sz="1400" dirty="0">
                <a:latin typeface="Arial Narrow" panose="020B0606020202030204" pitchFamily="34" charset="0"/>
              </a:rPr>
              <a:t>wgbs2bed</a:t>
            </a:r>
            <a:endParaRPr lang="en-US" sz="1400" dirty="0">
              <a:latin typeface="Arial Narrow" panose="020B0606020202030204" pitchFamily="34" charset="0"/>
            </a:endParaRPr>
          </a:p>
        </p:txBody>
      </p:sp>
      <p:sp>
        <p:nvSpPr>
          <p:cNvPr id="90" name="Textfeld 89">
            <a:extLst>
              <a:ext uri="{FF2B5EF4-FFF2-40B4-BE49-F238E27FC236}">
                <a16:creationId xmlns:a16="http://schemas.microsoft.com/office/drawing/2014/main" id="{A451702E-7830-4A99-84E1-D656998D3871}"/>
              </a:ext>
            </a:extLst>
          </p:cNvPr>
          <p:cNvSpPr txBox="1"/>
          <p:nvPr/>
        </p:nvSpPr>
        <p:spPr>
          <a:xfrm>
            <a:off x="10210995" y="2827031"/>
            <a:ext cx="1308370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US" sz="1400" dirty="0" err="1">
                <a:latin typeface="Arial Narrow" panose="020B0606020202030204" pitchFamily="34" charset="0"/>
              </a:rPr>
              <a:t>bedtools</a:t>
            </a:r>
            <a:r>
              <a:rPr lang="en-US" sz="1400" dirty="0">
                <a:latin typeface="Arial Narrow" panose="020B0606020202030204" pitchFamily="34" charset="0"/>
              </a:rPr>
              <a:t> </a:t>
            </a:r>
            <a:r>
              <a:rPr lang="en-US" sz="1400" dirty="0" err="1">
                <a:latin typeface="Arial Narrow" panose="020B0606020202030204" pitchFamily="34" charset="0"/>
              </a:rPr>
              <a:t>getfasta</a:t>
            </a:r>
            <a:endParaRPr lang="en-US" sz="1400" dirty="0">
              <a:latin typeface="Arial Narrow" panose="020B0606020202030204" pitchFamily="34" charset="0"/>
            </a:endParaRPr>
          </a:p>
        </p:txBody>
      </p:sp>
      <p:sp>
        <p:nvSpPr>
          <p:cNvPr id="91" name="Textfeld 90">
            <a:extLst>
              <a:ext uri="{FF2B5EF4-FFF2-40B4-BE49-F238E27FC236}">
                <a16:creationId xmlns:a16="http://schemas.microsoft.com/office/drawing/2014/main" id="{C1AC2712-6CFE-4C1C-9ED3-87358F26C412}"/>
              </a:ext>
            </a:extLst>
          </p:cNvPr>
          <p:cNvSpPr txBox="1"/>
          <p:nvPr/>
        </p:nvSpPr>
        <p:spPr>
          <a:xfrm>
            <a:off x="10336029" y="3675776"/>
            <a:ext cx="1183336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US" sz="1400" dirty="0" err="1">
                <a:latin typeface="Arial Narrow" panose="020B0606020202030204" pitchFamily="34" charset="0"/>
              </a:rPr>
              <a:t>computeFlanks</a:t>
            </a:r>
            <a:endParaRPr lang="en-US" sz="1400" dirty="0">
              <a:latin typeface="Arial Narrow" panose="020B0606020202030204" pitchFamily="34" charset="0"/>
            </a:endParaRPr>
          </a:p>
        </p:txBody>
      </p:sp>
      <p:cxnSp>
        <p:nvCxnSpPr>
          <p:cNvPr id="94" name="Verbinder: gewinkelt 93">
            <a:extLst>
              <a:ext uri="{FF2B5EF4-FFF2-40B4-BE49-F238E27FC236}">
                <a16:creationId xmlns:a16="http://schemas.microsoft.com/office/drawing/2014/main" id="{F7C6C161-44AC-469C-92C2-7BFA3B821288}"/>
              </a:ext>
            </a:extLst>
          </p:cNvPr>
          <p:cNvCxnSpPr>
            <a:stCxn id="42" idx="3"/>
            <a:endCxn id="65" idx="0"/>
          </p:cNvCxnSpPr>
          <p:nvPr/>
        </p:nvCxnSpPr>
        <p:spPr>
          <a:xfrm flipV="1">
            <a:off x="8974300" y="1874479"/>
            <a:ext cx="3220613" cy="2818353"/>
          </a:xfrm>
          <a:prstGeom prst="bentConnector4">
            <a:avLst>
              <a:gd name="adj1" fmla="val 17033"/>
              <a:gd name="adj2" fmla="val 111491"/>
            </a:avLst>
          </a:prstGeom>
          <a:ln w="28575">
            <a:solidFill>
              <a:schemeClr val="accent6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5" name="Gerade Verbindung mit Pfeil 104">
            <a:extLst>
              <a:ext uri="{FF2B5EF4-FFF2-40B4-BE49-F238E27FC236}">
                <a16:creationId xmlns:a16="http://schemas.microsoft.com/office/drawing/2014/main" id="{831A2616-D06C-4F4B-80ED-D9A3C222D31C}"/>
              </a:ext>
            </a:extLst>
          </p:cNvPr>
          <p:cNvCxnSpPr>
            <a:stCxn id="65" idx="2"/>
            <a:endCxn id="81" idx="0"/>
          </p:cNvCxnSpPr>
          <p:nvPr/>
        </p:nvCxnSpPr>
        <p:spPr>
          <a:xfrm>
            <a:off x="12194912" y="2432829"/>
            <a:ext cx="0" cy="288041"/>
          </a:xfrm>
          <a:prstGeom prst="straightConnector1">
            <a:avLst/>
          </a:prstGeom>
          <a:ln w="28575">
            <a:solidFill>
              <a:schemeClr val="accent5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7" name="Gerade Verbindung mit Pfeil 106">
            <a:extLst>
              <a:ext uri="{FF2B5EF4-FFF2-40B4-BE49-F238E27FC236}">
                <a16:creationId xmlns:a16="http://schemas.microsoft.com/office/drawing/2014/main" id="{AE8BADD6-DA27-4476-9D1B-FBD2C009852E}"/>
              </a:ext>
            </a:extLst>
          </p:cNvPr>
          <p:cNvCxnSpPr>
            <a:stCxn id="81" idx="2"/>
            <a:endCxn id="84" idx="0"/>
          </p:cNvCxnSpPr>
          <p:nvPr/>
        </p:nvCxnSpPr>
        <p:spPr>
          <a:xfrm>
            <a:off x="12194912" y="3279220"/>
            <a:ext cx="0" cy="288041"/>
          </a:xfrm>
          <a:prstGeom prst="straightConnector1">
            <a:avLst/>
          </a:prstGeom>
          <a:ln w="28575">
            <a:solidFill>
              <a:schemeClr val="accent5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1" name="Gerade Verbindung mit Pfeil 110">
            <a:extLst>
              <a:ext uri="{FF2B5EF4-FFF2-40B4-BE49-F238E27FC236}">
                <a16:creationId xmlns:a16="http://schemas.microsoft.com/office/drawing/2014/main" id="{59D84EC0-79A4-409C-A8B7-CEE59C75D159}"/>
              </a:ext>
            </a:extLst>
          </p:cNvPr>
          <p:cNvCxnSpPr>
            <a:stCxn id="84" idx="2"/>
            <a:endCxn id="87" idx="0"/>
          </p:cNvCxnSpPr>
          <p:nvPr/>
        </p:nvCxnSpPr>
        <p:spPr>
          <a:xfrm>
            <a:off x="12194912" y="4125610"/>
            <a:ext cx="0" cy="288042"/>
          </a:xfrm>
          <a:prstGeom prst="straightConnector1">
            <a:avLst/>
          </a:prstGeom>
          <a:ln w="28575">
            <a:solidFill>
              <a:schemeClr val="accent5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0" name="Textfeld 90">
            <a:extLst>
              <a:ext uri="{FF2B5EF4-FFF2-40B4-BE49-F238E27FC236}">
                <a16:creationId xmlns:a16="http://schemas.microsoft.com/office/drawing/2014/main" id="{62D4F440-2C6C-47F1-B2FF-216DA22D3436}"/>
              </a:ext>
            </a:extLst>
          </p:cNvPr>
          <p:cNvSpPr txBox="1"/>
          <p:nvPr/>
        </p:nvSpPr>
        <p:spPr>
          <a:xfrm>
            <a:off x="10404045" y="4546634"/>
            <a:ext cx="1124027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US" sz="1400" dirty="0" err="1">
                <a:latin typeface="Arial Narrow" panose="020B0606020202030204" pitchFamily="34" charset="0"/>
              </a:rPr>
              <a:t>analyseFlanks</a:t>
            </a:r>
            <a:endParaRPr lang="en-US" sz="1400" dirty="0">
              <a:latin typeface="Arial Narrow" panose="020B0606020202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70559900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DB68AC05-7364-4791-B42A-8E683A08A16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6980" y="1184563"/>
            <a:ext cx="17268029" cy="75368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5315849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E82C76B3-AF15-4ED5-87FB-C11FE4340C9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0469" y="1184308"/>
            <a:ext cx="17269200" cy="75373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9557935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0</TotalTime>
  <Words>57</Words>
  <Application>Microsoft Office PowerPoint</Application>
  <PresentationFormat>Custom</PresentationFormat>
  <Paragraphs>34</Paragraphs>
  <Slides>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8" baseType="lpstr">
      <vt:lpstr>Arial</vt:lpstr>
      <vt:lpstr>Arial Narrow</vt:lpstr>
      <vt:lpstr>Calibri</vt:lpstr>
      <vt:lpstr>Calibri Light</vt:lpstr>
      <vt:lpstr>Office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PowerPoint-Präsentation</dc:title>
  <dc:creator>Pavel Bashtrykov</dc:creator>
  <cp:lastModifiedBy>Dr. Pavel Bashtrykov</cp:lastModifiedBy>
  <cp:revision>17</cp:revision>
  <dcterms:created xsi:type="dcterms:W3CDTF">2022-05-16T20:33:36Z</dcterms:created>
  <dcterms:modified xsi:type="dcterms:W3CDTF">2022-06-20T10:07:59Z</dcterms:modified>
</cp:coreProperties>
</file>